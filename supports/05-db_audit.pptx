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34"/>
  </p:notesMasterIdLst>
  <p:sldIdLst>
    <p:sldId id="302" r:id="rId5"/>
    <p:sldId id="319" r:id="rId6"/>
    <p:sldId id="431" r:id="rId7"/>
    <p:sldId id="432" r:id="rId8"/>
    <p:sldId id="433" r:id="rId9"/>
    <p:sldId id="306" r:id="rId10"/>
    <p:sldId id="387" r:id="rId11"/>
    <p:sldId id="414" r:id="rId12"/>
    <p:sldId id="385" r:id="rId13"/>
    <p:sldId id="420" r:id="rId14"/>
    <p:sldId id="415" r:id="rId15"/>
    <p:sldId id="416" r:id="rId16"/>
    <p:sldId id="421" r:id="rId17"/>
    <p:sldId id="422" r:id="rId18"/>
    <p:sldId id="417" r:id="rId19"/>
    <p:sldId id="410" r:id="rId20"/>
    <p:sldId id="423" r:id="rId21"/>
    <p:sldId id="396" r:id="rId22"/>
    <p:sldId id="418" r:id="rId23"/>
    <p:sldId id="419" r:id="rId24"/>
    <p:sldId id="397" r:id="rId25"/>
    <p:sldId id="424" r:id="rId26"/>
    <p:sldId id="427" r:id="rId27"/>
    <p:sldId id="428" r:id="rId28"/>
    <p:sldId id="429" r:id="rId29"/>
    <p:sldId id="434" r:id="rId30"/>
    <p:sldId id="426" r:id="rId31"/>
    <p:sldId id="430" r:id="rId32"/>
    <p:sldId id="347" r:id="rId33"/>
  </p:sldIdLst>
  <p:sldSz cx="12192000" cy="6858000"/>
  <p:notesSz cx="6858000" cy="9144000"/>
  <p:embeddedFontLst>
    <p:embeddedFont>
      <p:font typeface="Century Gothic" panose="020B0502020202020204" pitchFamily="34" charset="0"/>
      <p:regular r:id="rId35"/>
      <p:bold r:id="rId36"/>
      <p:italic r:id="rId37"/>
      <p:boldItalic r:id="rId38"/>
    </p:embeddedFont>
    <p:embeddedFont>
      <p:font typeface="Daytona Light" panose="020B0304030503040204" pitchFamily="34" charset="0"/>
      <p:regular r:id="rId39"/>
      <p:italic r:id="rId40"/>
    </p:embeddedFont>
    <p:embeddedFont>
      <p:font typeface="Helvetica" panose="020B0604020202020204" pitchFamily="34" charset="0"/>
      <p:regular r:id="rId41"/>
      <p:bold r:id="rId42"/>
      <p:italic r:id="rId43"/>
      <p:boldItalic r:id="rId44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D4C291C-4C0B-4AA0-B003-C6C25442A5E7}">
          <p14:sldIdLst>
            <p14:sldId id="302"/>
            <p14:sldId id="319"/>
            <p14:sldId id="431"/>
            <p14:sldId id="432"/>
            <p14:sldId id="433"/>
            <p14:sldId id="306"/>
            <p14:sldId id="387"/>
            <p14:sldId id="414"/>
            <p14:sldId id="385"/>
            <p14:sldId id="420"/>
            <p14:sldId id="415"/>
            <p14:sldId id="416"/>
            <p14:sldId id="421"/>
            <p14:sldId id="422"/>
            <p14:sldId id="417"/>
            <p14:sldId id="410"/>
            <p14:sldId id="423"/>
            <p14:sldId id="396"/>
            <p14:sldId id="418"/>
            <p14:sldId id="419"/>
            <p14:sldId id="397"/>
            <p14:sldId id="424"/>
            <p14:sldId id="427"/>
            <p14:sldId id="428"/>
            <p14:sldId id="429"/>
            <p14:sldId id="434"/>
            <p14:sldId id="426"/>
            <p14:sldId id="430"/>
            <p14:sldId id="34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édric Schaffter" initials="CS" lastIdx="1" clrIdx="0">
    <p:extLst>
      <p:ext uri="{19B8F6BF-5375-455C-9EA6-DF929625EA0E}">
        <p15:presenceInfo xmlns:p15="http://schemas.microsoft.com/office/powerpoint/2012/main" userId="S::px53yvq@eduvaud.ch::553b4a19-b3bd-4c85-8b03-e3da8d2d0ee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DED"/>
    <a:srgbClr val="333333"/>
    <a:srgbClr val="7F0000"/>
    <a:srgbClr val="AD2B33"/>
    <a:srgbClr val="004595"/>
    <a:srgbClr val="F5F7FA"/>
    <a:srgbClr val="66AEDD"/>
    <a:srgbClr val="CCFFFF"/>
    <a:srgbClr val="FFFFFF"/>
    <a:srgbClr val="B567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10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5.fntdata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2.fntdata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4.fntdata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ël Sonney" userId="9e336ed1-67b1-4474-b0e4-db9cec3afe68" providerId="ADAL" clId="{E3035D81-890E-4F0B-8D01-0915414772F3}"/>
    <pc:docChg chg="custSel modSld">
      <pc:chgData name="Gaël Sonney" userId="9e336ed1-67b1-4474-b0e4-db9cec3afe68" providerId="ADAL" clId="{E3035D81-890E-4F0B-8D01-0915414772F3}" dt="2024-04-25T20:17:10.400" v="63" actId="20577"/>
      <pc:docMkLst>
        <pc:docMk/>
      </pc:docMkLst>
      <pc:sldChg chg="modNotesTx">
        <pc:chgData name="Gaël Sonney" userId="9e336ed1-67b1-4474-b0e4-db9cec3afe68" providerId="ADAL" clId="{E3035D81-890E-4F0B-8D01-0915414772F3}" dt="2024-04-25T20:17:10.400" v="63" actId="20577"/>
        <pc:sldMkLst>
          <pc:docMk/>
          <pc:sldMk cId="3654359519" sldId="302"/>
        </pc:sldMkLst>
      </pc:sldChg>
    </pc:docChg>
  </pc:docChgLst>
  <pc:docChgLst>
    <pc:chgData name="Cédric Schaffter" userId="553b4a19-b3bd-4c85-8b03-e3da8d2d0ee5" providerId="ADAL" clId="{4C1F7769-0EC2-4519-822C-F66F7F1FCA74}"/>
    <pc:docChg chg="undo custSel addSld delSld modSld modSection">
      <pc:chgData name="Cédric Schaffter" userId="553b4a19-b3bd-4c85-8b03-e3da8d2d0ee5" providerId="ADAL" clId="{4C1F7769-0EC2-4519-822C-F66F7F1FCA74}" dt="2025-01-20T11:37:22.533" v="3252" actId="13926"/>
      <pc:docMkLst>
        <pc:docMk/>
      </pc:docMkLst>
      <pc:sldChg chg="addSp delSp modSp mod">
        <pc:chgData name="Cédric Schaffter" userId="553b4a19-b3bd-4c85-8b03-e3da8d2d0ee5" providerId="ADAL" clId="{4C1F7769-0EC2-4519-822C-F66F7F1FCA74}" dt="2025-01-20T09:21:26.040" v="3214" actId="20577"/>
        <pc:sldMkLst>
          <pc:docMk/>
          <pc:sldMk cId="3654359519" sldId="302"/>
        </pc:sldMkLst>
        <pc:spChg chg="mod">
          <ac:chgData name="Cédric Schaffter" userId="553b4a19-b3bd-4c85-8b03-e3da8d2d0ee5" providerId="ADAL" clId="{4C1F7769-0EC2-4519-822C-F66F7F1FCA74}" dt="2025-01-20T09:21:26.040" v="3214" actId="20577"/>
          <ac:spMkLst>
            <pc:docMk/>
            <pc:sldMk cId="3654359519" sldId="302"/>
            <ac:spMk id="3" creationId="{3B9501AA-B74D-4416-BEFC-D9228B665E9E}"/>
          </ac:spMkLst>
        </pc:spChg>
      </pc:sldChg>
      <pc:sldChg chg="addSp delSp modSp mod">
        <pc:chgData name="Cédric Schaffter" userId="553b4a19-b3bd-4c85-8b03-e3da8d2d0ee5" providerId="ADAL" clId="{4C1F7769-0EC2-4519-822C-F66F7F1FCA74}" dt="2024-04-24T05:13:49.404" v="2741"/>
        <pc:sldMkLst>
          <pc:docMk/>
          <pc:sldMk cId="2918993193" sldId="306"/>
        </pc:sldMkLst>
      </pc:sldChg>
      <pc:sldChg chg="addSp delSp modSp mod">
        <pc:chgData name="Cédric Schaffter" userId="553b4a19-b3bd-4c85-8b03-e3da8d2d0ee5" providerId="ADAL" clId="{4C1F7769-0EC2-4519-822C-F66F7F1FCA74}" dt="2024-04-24T05:46:34.879" v="3085" actId="20577"/>
        <pc:sldMkLst>
          <pc:docMk/>
          <pc:sldMk cId="3779150562" sldId="319"/>
        </pc:sldMkLst>
      </pc:sldChg>
      <pc:sldChg chg="del">
        <pc:chgData name="Cédric Schaffter" userId="553b4a19-b3bd-4c85-8b03-e3da8d2d0ee5" providerId="ADAL" clId="{4C1F7769-0EC2-4519-822C-F66F7F1FCA74}" dt="2024-04-23T08:52:58.718" v="280" actId="47"/>
        <pc:sldMkLst>
          <pc:docMk/>
          <pc:sldMk cId="67380971" sldId="338"/>
        </pc:sldMkLst>
      </pc:sldChg>
      <pc:sldChg chg="addSp delSp modSp mod">
        <pc:chgData name="Cédric Schaffter" userId="553b4a19-b3bd-4c85-8b03-e3da8d2d0ee5" providerId="ADAL" clId="{4C1F7769-0EC2-4519-822C-F66F7F1FCA74}" dt="2024-04-24T05:13:49.510" v="2879"/>
        <pc:sldMkLst>
          <pc:docMk/>
          <pc:sldMk cId="3064999319" sldId="347"/>
        </pc:sldMkLst>
      </pc:sldChg>
      <pc:sldChg chg="del">
        <pc:chgData name="Cédric Schaffter" userId="553b4a19-b3bd-4c85-8b03-e3da8d2d0ee5" providerId="ADAL" clId="{4C1F7769-0EC2-4519-822C-F66F7F1FCA74}" dt="2024-04-23T14:18:55.503" v="1547" actId="47"/>
        <pc:sldMkLst>
          <pc:docMk/>
          <pc:sldMk cId="2755665236" sldId="379"/>
        </pc:sldMkLst>
      </pc:sldChg>
      <pc:sldChg chg="del">
        <pc:chgData name="Cédric Schaffter" userId="553b4a19-b3bd-4c85-8b03-e3da8d2d0ee5" providerId="ADAL" clId="{4C1F7769-0EC2-4519-822C-F66F7F1FCA74}" dt="2024-04-23T08:52:48.092" v="279" actId="47"/>
        <pc:sldMkLst>
          <pc:docMk/>
          <pc:sldMk cId="3693580469" sldId="381"/>
        </pc:sldMkLst>
      </pc:sldChg>
      <pc:sldChg chg="del">
        <pc:chgData name="Cédric Schaffter" userId="553b4a19-b3bd-4c85-8b03-e3da8d2d0ee5" providerId="ADAL" clId="{4C1F7769-0EC2-4519-822C-F66F7F1FCA74}" dt="2024-04-23T08:52:58.718" v="280" actId="47"/>
        <pc:sldMkLst>
          <pc:docMk/>
          <pc:sldMk cId="2153314333" sldId="382"/>
        </pc:sldMkLst>
      </pc:sldChg>
      <pc:sldChg chg="del">
        <pc:chgData name="Cédric Schaffter" userId="553b4a19-b3bd-4c85-8b03-e3da8d2d0ee5" providerId="ADAL" clId="{4C1F7769-0EC2-4519-822C-F66F7F1FCA74}" dt="2024-04-23T08:52:58.718" v="280" actId="47"/>
        <pc:sldMkLst>
          <pc:docMk/>
          <pc:sldMk cId="303106634" sldId="383"/>
        </pc:sldMkLst>
      </pc:sldChg>
      <pc:sldChg chg="del">
        <pc:chgData name="Cédric Schaffter" userId="553b4a19-b3bd-4c85-8b03-e3da8d2d0ee5" providerId="ADAL" clId="{4C1F7769-0EC2-4519-822C-F66F7F1FCA74}" dt="2024-04-23T14:15:56.194" v="1437" actId="47"/>
        <pc:sldMkLst>
          <pc:docMk/>
          <pc:sldMk cId="1525042101" sldId="384"/>
        </pc:sldMkLst>
      </pc:sldChg>
      <pc:sldChg chg="addSp delSp modSp mod">
        <pc:chgData name="Cédric Schaffter" userId="553b4a19-b3bd-4c85-8b03-e3da8d2d0ee5" providerId="ADAL" clId="{4C1F7769-0EC2-4519-822C-F66F7F1FCA74}" dt="2024-04-24T05:13:49.419" v="2759"/>
        <pc:sldMkLst>
          <pc:docMk/>
          <pc:sldMk cId="1730031259" sldId="385"/>
        </pc:sldMkLst>
      </pc:sldChg>
      <pc:sldChg chg="addSp delSp modSp mod modNotesTx">
        <pc:chgData name="Cédric Schaffter" userId="553b4a19-b3bd-4c85-8b03-e3da8d2d0ee5" providerId="ADAL" clId="{4C1F7769-0EC2-4519-822C-F66F7F1FCA74}" dt="2024-04-24T05:13:49.410" v="2747"/>
        <pc:sldMkLst>
          <pc:docMk/>
          <pc:sldMk cId="269870384" sldId="387"/>
        </pc:sldMkLst>
      </pc:sldChg>
      <pc:sldChg chg="del">
        <pc:chgData name="Cédric Schaffter" userId="553b4a19-b3bd-4c85-8b03-e3da8d2d0ee5" providerId="ADAL" clId="{4C1F7769-0EC2-4519-822C-F66F7F1FCA74}" dt="2024-04-23T13:36:34.841" v="980" actId="47"/>
        <pc:sldMkLst>
          <pc:docMk/>
          <pc:sldMk cId="1872610843" sldId="388"/>
        </pc:sldMkLst>
      </pc:sldChg>
      <pc:sldChg chg="del">
        <pc:chgData name="Cédric Schaffter" userId="553b4a19-b3bd-4c85-8b03-e3da8d2d0ee5" providerId="ADAL" clId="{4C1F7769-0EC2-4519-822C-F66F7F1FCA74}" dt="2024-04-23T13:36:37.930" v="981" actId="47"/>
        <pc:sldMkLst>
          <pc:docMk/>
          <pc:sldMk cId="2010603482" sldId="389"/>
        </pc:sldMkLst>
      </pc:sldChg>
      <pc:sldChg chg="del">
        <pc:chgData name="Cédric Schaffter" userId="553b4a19-b3bd-4c85-8b03-e3da8d2d0ee5" providerId="ADAL" clId="{4C1F7769-0EC2-4519-822C-F66F7F1FCA74}" dt="2024-04-23T13:41:08.705" v="1212" actId="47"/>
        <pc:sldMkLst>
          <pc:docMk/>
          <pc:sldMk cId="1422670564" sldId="390"/>
        </pc:sldMkLst>
      </pc:sldChg>
      <pc:sldChg chg="del">
        <pc:chgData name="Cédric Schaffter" userId="553b4a19-b3bd-4c85-8b03-e3da8d2d0ee5" providerId="ADAL" clId="{4C1F7769-0EC2-4519-822C-F66F7F1FCA74}" dt="2024-04-23T08:46:07.294" v="212" actId="47"/>
        <pc:sldMkLst>
          <pc:docMk/>
          <pc:sldMk cId="98975589" sldId="393"/>
        </pc:sldMkLst>
      </pc:sldChg>
      <pc:sldChg chg="del">
        <pc:chgData name="Cédric Schaffter" userId="553b4a19-b3bd-4c85-8b03-e3da8d2d0ee5" providerId="ADAL" clId="{4C1F7769-0EC2-4519-822C-F66F7F1FCA74}" dt="2024-04-23T08:46:09.289" v="213" actId="47"/>
        <pc:sldMkLst>
          <pc:docMk/>
          <pc:sldMk cId="77290855" sldId="395"/>
        </pc:sldMkLst>
      </pc:sldChg>
      <pc:sldChg chg="addSp delSp modSp mod">
        <pc:chgData name="Cédric Schaffter" userId="553b4a19-b3bd-4c85-8b03-e3da8d2d0ee5" providerId="ADAL" clId="{4C1F7769-0EC2-4519-822C-F66F7F1FCA74}" dt="2024-04-24T05:13:49.462" v="2813"/>
        <pc:sldMkLst>
          <pc:docMk/>
          <pc:sldMk cId="2335978113" sldId="396"/>
        </pc:sldMkLst>
      </pc:sldChg>
      <pc:sldChg chg="addSp delSp modSp mod modNotesTx">
        <pc:chgData name="Cédric Schaffter" userId="553b4a19-b3bd-4c85-8b03-e3da8d2d0ee5" providerId="ADAL" clId="{4C1F7769-0EC2-4519-822C-F66F7F1FCA74}" dt="2024-04-24T05:13:49.476" v="2831"/>
        <pc:sldMkLst>
          <pc:docMk/>
          <pc:sldMk cId="3885600170" sldId="397"/>
        </pc:sldMkLst>
      </pc:sldChg>
      <pc:sldChg chg="del">
        <pc:chgData name="Cédric Schaffter" userId="553b4a19-b3bd-4c85-8b03-e3da8d2d0ee5" providerId="ADAL" clId="{4C1F7769-0EC2-4519-822C-F66F7F1FCA74}" dt="2024-04-23T08:52:39.357" v="275" actId="47"/>
        <pc:sldMkLst>
          <pc:docMk/>
          <pc:sldMk cId="2495359110" sldId="398"/>
        </pc:sldMkLst>
      </pc:sldChg>
      <pc:sldChg chg="del">
        <pc:chgData name="Cédric Schaffter" userId="553b4a19-b3bd-4c85-8b03-e3da8d2d0ee5" providerId="ADAL" clId="{4C1F7769-0EC2-4519-822C-F66F7F1FCA74}" dt="2024-04-23T08:52:43.288" v="277" actId="47"/>
        <pc:sldMkLst>
          <pc:docMk/>
          <pc:sldMk cId="3062968195" sldId="399"/>
        </pc:sldMkLst>
      </pc:sldChg>
      <pc:sldChg chg="del">
        <pc:chgData name="Cédric Schaffter" userId="553b4a19-b3bd-4c85-8b03-e3da8d2d0ee5" providerId="ADAL" clId="{4C1F7769-0EC2-4519-822C-F66F7F1FCA74}" dt="2024-04-23T08:52:45.977" v="278" actId="47"/>
        <pc:sldMkLst>
          <pc:docMk/>
          <pc:sldMk cId="30676770" sldId="402"/>
        </pc:sldMkLst>
      </pc:sldChg>
      <pc:sldChg chg="del">
        <pc:chgData name="Cédric Schaffter" userId="553b4a19-b3bd-4c85-8b03-e3da8d2d0ee5" providerId="ADAL" clId="{4C1F7769-0EC2-4519-822C-F66F7F1FCA74}" dt="2024-04-23T14:18:55.503" v="1547" actId="47"/>
        <pc:sldMkLst>
          <pc:docMk/>
          <pc:sldMk cId="483106605" sldId="403"/>
        </pc:sldMkLst>
      </pc:sldChg>
      <pc:sldChg chg="del">
        <pc:chgData name="Cédric Schaffter" userId="553b4a19-b3bd-4c85-8b03-e3da8d2d0ee5" providerId="ADAL" clId="{4C1F7769-0EC2-4519-822C-F66F7F1FCA74}" dt="2024-04-23T08:52:30.991" v="272" actId="47"/>
        <pc:sldMkLst>
          <pc:docMk/>
          <pc:sldMk cId="2081922535" sldId="404"/>
        </pc:sldMkLst>
      </pc:sldChg>
      <pc:sldChg chg="del">
        <pc:chgData name="Cédric Schaffter" userId="553b4a19-b3bd-4c85-8b03-e3da8d2d0ee5" providerId="ADAL" clId="{4C1F7769-0EC2-4519-822C-F66F7F1FCA74}" dt="2024-04-23T08:52:33.163" v="273" actId="47"/>
        <pc:sldMkLst>
          <pc:docMk/>
          <pc:sldMk cId="2578400493" sldId="405"/>
        </pc:sldMkLst>
      </pc:sldChg>
      <pc:sldChg chg="del">
        <pc:chgData name="Cédric Schaffter" userId="553b4a19-b3bd-4c85-8b03-e3da8d2d0ee5" providerId="ADAL" clId="{4C1F7769-0EC2-4519-822C-F66F7F1FCA74}" dt="2024-04-23T08:52:35.876" v="274" actId="47"/>
        <pc:sldMkLst>
          <pc:docMk/>
          <pc:sldMk cId="1016424598" sldId="406"/>
        </pc:sldMkLst>
      </pc:sldChg>
      <pc:sldChg chg="del">
        <pc:chgData name="Cédric Schaffter" userId="553b4a19-b3bd-4c85-8b03-e3da8d2d0ee5" providerId="ADAL" clId="{4C1F7769-0EC2-4519-822C-F66F7F1FCA74}" dt="2024-04-23T08:52:41.117" v="276" actId="47"/>
        <pc:sldMkLst>
          <pc:docMk/>
          <pc:sldMk cId="530173798" sldId="407"/>
        </pc:sldMkLst>
      </pc:sldChg>
      <pc:sldChg chg="del">
        <pc:chgData name="Cédric Schaffter" userId="553b4a19-b3bd-4c85-8b03-e3da8d2d0ee5" providerId="ADAL" clId="{4C1F7769-0EC2-4519-822C-F66F7F1FCA74}" dt="2024-04-23T08:46:11.098" v="214" actId="47"/>
        <pc:sldMkLst>
          <pc:docMk/>
          <pc:sldMk cId="1396192012" sldId="408"/>
        </pc:sldMkLst>
      </pc:sldChg>
      <pc:sldChg chg="del">
        <pc:chgData name="Cédric Schaffter" userId="553b4a19-b3bd-4c85-8b03-e3da8d2d0ee5" providerId="ADAL" clId="{4C1F7769-0EC2-4519-822C-F66F7F1FCA74}" dt="2024-04-23T08:46:12.820" v="215" actId="47"/>
        <pc:sldMkLst>
          <pc:docMk/>
          <pc:sldMk cId="3070854686" sldId="409"/>
        </pc:sldMkLst>
      </pc:sldChg>
      <pc:sldChg chg="addSp delSp modSp mod modNotesTx">
        <pc:chgData name="Cédric Schaffter" userId="553b4a19-b3bd-4c85-8b03-e3da8d2d0ee5" providerId="ADAL" clId="{4C1F7769-0EC2-4519-822C-F66F7F1FCA74}" dt="2024-04-24T05:47:58.229" v="3094" actId="33524"/>
        <pc:sldMkLst>
          <pc:docMk/>
          <pc:sldMk cId="4016962414" sldId="410"/>
        </pc:sldMkLst>
      </pc:sldChg>
      <pc:sldChg chg="del">
        <pc:chgData name="Cédric Schaffter" userId="553b4a19-b3bd-4c85-8b03-e3da8d2d0ee5" providerId="ADAL" clId="{4C1F7769-0EC2-4519-822C-F66F7F1FCA74}" dt="2024-04-23T08:52:58.718" v="280" actId="47"/>
        <pc:sldMkLst>
          <pc:docMk/>
          <pc:sldMk cId="3588282029" sldId="411"/>
        </pc:sldMkLst>
      </pc:sldChg>
      <pc:sldChg chg="del">
        <pc:chgData name="Cédric Schaffter" userId="553b4a19-b3bd-4c85-8b03-e3da8d2d0ee5" providerId="ADAL" clId="{4C1F7769-0EC2-4519-822C-F66F7F1FCA74}" dt="2024-04-23T08:52:58.718" v="280" actId="47"/>
        <pc:sldMkLst>
          <pc:docMk/>
          <pc:sldMk cId="1189187051" sldId="412"/>
        </pc:sldMkLst>
      </pc:sldChg>
      <pc:sldChg chg="modSp add del mod">
        <pc:chgData name="Cédric Schaffter" userId="553b4a19-b3bd-4c85-8b03-e3da8d2d0ee5" providerId="ADAL" clId="{4C1F7769-0EC2-4519-822C-F66F7F1FCA74}" dt="2024-04-23T14:18:55.503" v="1547" actId="47"/>
        <pc:sldMkLst>
          <pc:docMk/>
          <pc:sldMk cId="474375217" sldId="413"/>
        </pc:sldMkLst>
      </pc:sldChg>
      <pc:sldChg chg="addSp delSp modSp add mod modNotesTx">
        <pc:chgData name="Cédric Schaffter" userId="553b4a19-b3bd-4c85-8b03-e3da8d2d0ee5" providerId="ADAL" clId="{4C1F7769-0EC2-4519-822C-F66F7F1FCA74}" dt="2024-04-24T05:13:49.414" v="2753"/>
        <pc:sldMkLst>
          <pc:docMk/>
          <pc:sldMk cId="4098522306" sldId="414"/>
        </pc:sldMkLst>
      </pc:sldChg>
      <pc:sldChg chg="addSp delSp modSp add mod modNotesTx">
        <pc:chgData name="Cédric Schaffter" userId="553b4a19-b3bd-4c85-8b03-e3da8d2d0ee5" providerId="ADAL" clId="{4C1F7769-0EC2-4519-822C-F66F7F1FCA74}" dt="2024-04-24T05:13:49.428" v="2771"/>
        <pc:sldMkLst>
          <pc:docMk/>
          <pc:sldMk cId="1791934753" sldId="415"/>
        </pc:sldMkLst>
      </pc:sldChg>
      <pc:sldChg chg="addSp delSp modSp add mod modNotesTx">
        <pc:chgData name="Cédric Schaffter" userId="553b4a19-b3bd-4c85-8b03-e3da8d2d0ee5" providerId="ADAL" clId="{4C1F7769-0EC2-4519-822C-F66F7F1FCA74}" dt="2024-04-24T05:13:49.433" v="2777"/>
        <pc:sldMkLst>
          <pc:docMk/>
          <pc:sldMk cId="1529420399" sldId="416"/>
        </pc:sldMkLst>
      </pc:sldChg>
      <pc:sldChg chg="addSp delSp modSp add mod">
        <pc:chgData name="Cédric Schaffter" userId="553b4a19-b3bd-4c85-8b03-e3da8d2d0ee5" providerId="ADAL" clId="{4C1F7769-0EC2-4519-822C-F66F7F1FCA74}" dt="2024-04-24T05:13:49.447" v="2795"/>
        <pc:sldMkLst>
          <pc:docMk/>
          <pc:sldMk cId="918242765" sldId="417"/>
        </pc:sldMkLst>
      </pc:sldChg>
      <pc:sldChg chg="addSp delSp modSp add mod">
        <pc:chgData name="Cédric Schaffter" userId="553b4a19-b3bd-4c85-8b03-e3da8d2d0ee5" providerId="ADAL" clId="{4C1F7769-0EC2-4519-822C-F66F7F1FCA74}" dt="2024-04-24T05:13:49.466" v="2819"/>
        <pc:sldMkLst>
          <pc:docMk/>
          <pc:sldMk cId="3307149343" sldId="418"/>
        </pc:sldMkLst>
      </pc:sldChg>
      <pc:sldChg chg="addSp delSp modSp add mod">
        <pc:chgData name="Cédric Schaffter" userId="553b4a19-b3bd-4c85-8b03-e3da8d2d0ee5" providerId="ADAL" clId="{4C1F7769-0EC2-4519-822C-F66F7F1FCA74}" dt="2024-04-24T05:13:49.472" v="2825"/>
        <pc:sldMkLst>
          <pc:docMk/>
          <pc:sldMk cId="3579522986" sldId="419"/>
        </pc:sldMkLst>
      </pc:sldChg>
      <pc:sldChg chg="addSp delSp modSp add mod">
        <pc:chgData name="Cédric Schaffter" userId="553b4a19-b3bd-4c85-8b03-e3da8d2d0ee5" providerId="ADAL" clId="{4C1F7769-0EC2-4519-822C-F66F7F1FCA74}" dt="2024-04-24T05:13:49.424" v="2765"/>
        <pc:sldMkLst>
          <pc:docMk/>
          <pc:sldMk cId="4025025256" sldId="420"/>
        </pc:sldMkLst>
      </pc:sldChg>
      <pc:sldChg chg="addSp delSp modSp add mod">
        <pc:chgData name="Cédric Schaffter" userId="553b4a19-b3bd-4c85-8b03-e3da8d2d0ee5" providerId="ADAL" clId="{4C1F7769-0EC2-4519-822C-F66F7F1FCA74}" dt="2024-04-24T05:13:49.438" v="2783"/>
        <pc:sldMkLst>
          <pc:docMk/>
          <pc:sldMk cId="3335094427" sldId="421"/>
        </pc:sldMkLst>
      </pc:sldChg>
      <pc:sldChg chg="addSp delSp modSp add mod">
        <pc:chgData name="Cédric Schaffter" userId="553b4a19-b3bd-4c85-8b03-e3da8d2d0ee5" providerId="ADAL" clId="{4C1F7769-0EC2-4519-822C-F66F7F1FCA74}" dt="2024-04-24T05:47:39.993" v="3093" actId="20577"/>
        <pc:sldMkLst>
          <pc:docMk/>
          <pc:sldMk cId="1198293545" sldId="422"/>
        </pc:sldMkLst>
      </pc:sldChg>
      <pc:sldChg chg="addSp delSp modSp add mod">
        <pc:chgData name="Cédric Schaffter" userId="553b4a19-b3bd-4c85-8b03-e3da8d2d0ee5" providerId="ADAL" clId="{4C1F7769-0EC2-4519-822C-F66F7F1FCA74}" dt="2024-04-24T05:55:47.841" v="3210" actId="15"/>
        <pc:sldMkLst>
          <pc:docMk/>
          <pc:sldMk cId="2090770184" sldId="423"/>
        </pc:sldMkLst>
      </pc:sldChg>
      <pc:sldChg chg="addSp delSp modSp add mod modNotesTx">
        <pc:chgData name="Cédric Schaffter" userId="553b4a19-b3bd-4c85-8b03-e3da8d2d0ee5" providerId="ADAL" clId="{4C1F7769-0EC2-4519-822C-F66F7F1FCA74}" dt="2024-04-24T05:48:38.652" v="3129" actId="20577"/>
        <pc:sldMkLst>
          <pc:docMk/>
          <pc:sldMk cId="1309391422" sldId="424"/>
        </pc:sldMkLst>
      </pc:sldChg>
      <pc:sldChg chg="addSp delSp modSp add del mod">
        <pc:chgData name="Cédric Schaffter" userId="553b4a19-b3bd-4c85-8b03-e3da8d2d0ee5" providerId="ADAL" clId="{4C1F7769-0EC2-4519-822C-F66F7F1FCA74}" dt="2024-04-24T05:49:08.502" v="3131" actId="47"/>
        <pc:sldMkLst>
          <pc:docMk/>
          <pc:sldMk cId="1919514426" sldId="425"/>
        </pc:sldMkLst>
      </pc:sldChg>
      <pc:sldChg chg="addSp delSp modSp add mod">
        <pc:chgData name="Cédric Schaffter" userId="553b4a19-b3bd-4c85-8b03-e3da8d2d0ee5" providerId="ADAL" clId="{4C1F7769-0EC2-4519-822C-F66F7F1FCA74}" dt="2024-04-24T05:13:49.499" v="2867"/>
        <pc:sldMkLst>
          <pc:docMk/>
          <pc:sldMk cId="3009283608" sldId="426"/>
        </pc:sldMkLst>
      </pc:sldChg>
      <pc:sldChg chg="addSp delSp modSp add mod modNotesTx">
        <pc:chgData name="Cédric Schaffter" userId="553b4a19-b3bd-4c85-8b03-e3da8d2d0ee5" providerId="ADAL" clId="{4C1F7769-0EC2-4519-822C-F66F7F1FCA74}" dt="2024-04-24T05:13:49.484" v="2843"/>
        <pc:sldMkLst>
          <pc:docMk/>
          <pc:sldMk cId="3020010671" sldId="427"/>
        </pc:sldMkLst>
      </pc:sldChg>
      <pc:sldChg chg="addSp delSp modSp add mod">
        <pc:chgData name="Cédric Schaffter" userId="553b4a19-b3bd-4c85-8b03-e3da8d2d0ee5" providerId="ADAL" clId="{4C1F7769-0EC2-4519-822C-F66F7F1FCA74}" dt="2024-04-24T05:13:49.488" v="2849"/>
        <pc:sldMkLst>
          <pc:docMk/>
          <pc:sldMk cId="2162290467" sldId="428"/>
        </pc:sldMkLst>
      </pc:sldChg>
      <pc:sldChg chg="addSp delSp modSp add mod modNotesTx">
        <pc:chgData name="Cédric Schaffter" userId="553b4a19-b3bd-4c85-8b03-e3da8d2d0ee5" providerId="ADAL" clId="{4C1F7769-0EC2-4519-822C-F66F7F1FCA74}" dt="2024-04-24T05:13:49.491" v="2855"/>
        <pc:sldMkLst>
          <pc:docMk/>
          <pc:sldMk cId="823348041" sldId="429"/>
        </pc:sldMkLst>
      </pc:sldChg>
      <pc:sldChg chg="addSp delSp modSp add mod">
        <pc:chgData name="Cédric Schaffter" userId="553b4a19-b3bd-4c85-8b03-e3da8d2d0ee5" providerId="ADAL" clId="{4C1F7769-0EC2-4519-822C-F66F7F1FCA74}" dt="2024-04-24T05:14:51.399" v="2977" actId="20577"/>
        <pc:sldMkLst>
          <pc:docMk/>
          <pc:sldMk cId="63901475" sldId="430"/>
        </pc:sldMkLst>
      </pc:sldChg>
      <pc:sldChg chg="modSp add mod">
        <pc:chgData name="Cédric Schaffter" userId="553b4a19-b3bd-4c85-8b03-e3da8d2d0ee5" providerId="ADAL" clId="{4C1F7769-0EC2-4519-822C-F66F7F1FCA74}" dt="2024-04-24T05:46:29.156" v="3084" actId="13926"/>
        <pc:sldMkLst>
          <pc:docMk/>
          <pc:sldMk cId="1478251435" sldId="431"/>
        </pc:sldMkLst>
      </pc:sldChg>
      <pc:sldChg chg="modSp add mod">
        <pc:chgData name="Cédric Schaffter" userId="553b4a19-b3bd-4c85-8b03-e3da8d2d0ee5" providerId="ADAL" clId="{4C1F7769-0EC2-4519-822C-F66F7F1FCA74}" dt="2025-01-20T11:37:02.715" v="3248" actId="20577"/>
        <pc:sldMkLst>
          <pc:docMk/>
          <pc:sldMk cId="4192816576" sldId="432"/>
        </pc:sldMkLst>
        <pc:spChg chg="mod">
          <ac:chgData name="Cédric Schaffter" userId="553b4a19-b3bd-4c85-8b03-e3da8d2d0ee5" providerId="ADAL" clId="{4C1F7769-0EC2-4519-822C-F66F7F1FCA74}" dt="2025-01-20T11:37:02.715" v="3248" actId="20577"/>
          <ac:spMkLst>
            <pc:docMk/>
            <pc:sldMk cId="4192816576" sldId="432"/>
            <ac:spMk id="3" creationId="{ECDD8913-80D5-66C0-DE37-D654360A75C4}"/>
          </ac:spMkLst>
        </pc:spChg>
      </pc:sldChg>
      <pc:sldChg chg="modSp add mod">
        <pc:chgData name="Cédric Schaffter" userId="553b4a19-b3bd-4c85-8b03-e3da8d2d0ee5" providerId="ADAL" clId="{4C1F7769-0EC2-4519-822C-F66F7F1FCA74}" dt="2025-01-20T11:37:22.533" v="3252" actId="13926"/>
        <pc:sldMkLst>
          <pc:docMk/>
          <pc:sldMk cId="3516481429" sldId="433"/>
        </pc:sldMkLst>
        <pc:spChg chg="mod">
          <ac:chgData name="Cédric Schaffter" userId="553b4a19-b3bd-4c85-8b03-e3da8d2d0ee5" providerId="ADAL" clId="{4C1F7769-0EC2-4519-822C-F66F7F1FCA74}" dt="2025-01-20T11:37:22.533" v="3252" actId="13926"/>
          <ac:spMkLst>
            <pc:docMk/>
            <pc:sldMk cId="3516481429" sldId="433"/>
            <ac:spMk id="3" creationId="{ECDD8913-80D5-66C0-DE37-D654360A75C4}"/>
          </ac:spMkLst>
        </pc:spChg>
      </pc:sldChg>
      <pc:sldChg chg="modSp add mod">
        <pc:chgData name="Cédric Schaffter" userId="553b4a19-b3bd-4c85-8b03-e3da8d2d0ee5" providerId="ADAL" clId="{4C1F7769-0EC2-4519-822C-F66F7F1FCA74}" dt="2024-04-24T05:50:14.782" v="3180" actId="27636"/>
        <pc:sldMkLst>
          <pc:docMk/>
          <pc:sldMk cId="3879086114" sldId="43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6218B3-C964-4B2C-A5FA-0E6289E029BD}" type="datetimeFigureOut">
              <a:rPr lang="fr-CH" smtClean="0"/>
              <a:t>30.11.2025</a:t>
            </a:fld>
            <a:endParaRPr lang="fr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E8B0B-D5D7-4D88-83E3-FE3FF33CB0C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6157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err="1"/>
              <a:t>Brainstorm</a:t>
            </a:r>
            <a:endParaRPr lang="fr-CH"/>
          </a:p>
          <a:p>
            <a:endParaRPr lang="fr-CH"/>
          </a:p>
          <a:p>
            <a:r>
              <a:rPr lang="fr-CH" err="1"/>
              <a:t>QU’est</a:t>
            </a:r>
            <a:r>
              <a:rPr lang="fr-CH"/>
              <a:t> ce qu’un audit!</a:t>
            </a:r>
          </a:p>
          <a:p>
            <a:endParaRPr lang="fr-CH"/>
          </a:p>
          <a:p>
            <a:r>
              <a:rPr lang="fr-CH"/>
              <a:t>Qu’est-ce qu’on </a:t>
            </a:r>
            <a:r>
              <a:rPr lang="fr-CH" err="1"/>
              <a:t>loggue</a:t>
            </a:r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09429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00523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33963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65906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37695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91929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05348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La construction de la requête est sous la responsabilité du développeur de l’application.</a:t>
            </a:r>
          </a:p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94877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 protocole HTTP (et HTTPS)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9223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505209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160090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368327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243041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714256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804824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319853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220367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046069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 protocole HTTP (et HTTPS)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640132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 protocole HTTP (et HTTPS)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951038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562234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Question à poser aux élèves : à quoi sert le délimitateur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368282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533207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212286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678084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610631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001985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049839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46299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04DE0-88DE-4610-BD02-CD38DF49B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560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CF7C9-0305-4CBC-8E98-2CC5250FD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8285E8-1FCB-9C6D-C719-195577BF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975B0D62-DA5A-4B9E-A99D-C5E052757ED2}" type="datetime1">
              <a:rPr lang="fr-CH" smtClean="0"/>
              <a:t>30.11.2025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FCD6F8-6772-ED93-2BF4-D33B7E3DA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3340608" cy="365125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18AE0E-7542-ADE9-9231-C9491A8EA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D8134CE5-34C2-4E1A-BD32-3DE8831B36D6}" type="slidenum">
              <a:rPr lang="fr-CH" smtClean="0"/>
              <a:pPr/>
              <a:t>‹N°›</a:t>
            </a:fld>
            <a:r>
              <a:rPr lang="fr-CH"/>
              <a:t>/Total</a:t>
            </a:r>
          </a:p>
        </p:txBody>
      </p:sp>
    </p:spTree>
    <p:extLst>
      <p:ext uri="{BB962C8B-B14F-4D97-AF65-F5344CB8AC3E}">
        <p14:creationId xmlns:p14="http://schemas.microsoft.com/office/powerpoint/2010/main" val="170151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print_ligh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/>
          <p:cNvGrpSpPr/>
          <p:nvPr userDrawn="1"/>
        </p:nvGrpSpPr>
        <p:grpSpPr>
          <a:xfrm>
            <a:off x="778021" y="296687"/>
            <a:ext cx="10793490" cy="900000"/>
            <a:chOff x="577340" y="118070"/>
            <a:chExt cx="10793490" cy="979831"/>
          </a:xfrm>
        </p:grpSpPr>
        <p:grpSp>
          <p:nvGrpSpPr>
            <p:cNvPr id="2" name="Groupe 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2362" name="Rectangle 236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3" name="Rectangle 236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4" name="Rectangle 236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5" name="Rectangle 236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6" name="Rectangle 236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7" name="Rectangle 236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8" name="Rectangle 236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9" name="Rectangle 236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0" name="Rectangle 236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1" name="Rectangle 237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2" name="Rectangle 237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3" name="Rectangle 237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4" name="Rectangle 237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5" name="Rectangle 237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6" name="Rectangle 237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7" name="Rectangle 237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8" name="Rectangle 237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9" name="Rectangle 237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0" name="Rectangle 237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1" name="Rectangle 238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2" name="Rectangle 238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3" name="Rectangle 238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4" name="Rectangle 238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5" name="Rectangle 238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6" name="Rectangle 238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1" name="Rectangle 236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2356" name="Groupe 2355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2357" name="Rectangle 23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58" name="Rectangle 23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2" name="Rectangle 471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3" name="Rectangle 471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4" name="Rectangle 471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5" name="Rectangle 471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6" name="Rectangle 471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7" name="Rectangle 471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8" name="Rectangle 471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9" name="Rectangle 471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0" name="Rectangle 471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1" name="Rectangle 472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2" name="Rectangle 472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3" name="Rectangle 472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4" name="Rectangle 472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5" name="Rectangle 472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6" name="Rectangle 472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7" name="Rectangle 472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8" name="Rectangle 472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9" name="Rectangle 472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0" name="Rectangle 472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1" name="Rectangle 473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2" name="Rectangle 473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3" name="Rectangle 473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4" name="Rectangle 473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5" name="Rectangle 473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736" name="Groupe 4735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4737" name="Rectangle 473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8" name="Rectangle 473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9" name="Rectangle 473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0" name="Rectangle 473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1" name="Rectangle 474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2" name="Rectangle 474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3" name="Rectangle 474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4" name="Rectangle 474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5" name="Rectangle 474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6" name="Rectangle 474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7" name="Rectangle 474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8" name="Rectangle 474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9" name="Rectangle 474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0" name="Rectangle 474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1" name="Rectangle 475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2" name="Rectangle 475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3" name="Rectangle 475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4" name="Rectangle 475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5" name="Rectangle 475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6" name="Rectangle 475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7" name="Rectangle 475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8" name="Rectangle 475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9" name="Rectangle 475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0" name="Rectangle 475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1" name="Rectangle 476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2" name="Rectangle 476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763" name="Groupe 4762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4764" name="Rectangle 47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5" name="Rectangle 47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6" name="Rectangle 47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7" name="Rectangle 47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8" name="Rectangle 47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9" name="Rectangle 47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0" name="Rectangle 47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1" name="Rectangle 47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2" name="Rectangle 47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3" name="Rectangle 47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4" name="Rectangle 47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5" name="Rectangle 47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6" name="Rectangle 47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7" name="Rectangle 47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8" name="Rectangle 47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9" name="Rectangle 47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0" name="Rectangle 47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1" name="Rectangle 47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2" name="Rectangle 47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3" name="Rectangle 47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4" name="Rectangle 47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5" name="Rectangle 47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6" name="Rectangle 47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7" name="Rectangle 47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8" name="Rectangle 47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9" name="Rectangle 47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898" name="Groupe 4897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4899" name="Rectangle 489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0" name="Rectangle 489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1" name="Rectangle 490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2" name="Rectangle 490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3" name="Rectangle 490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4" name="Rectangle 490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5" name="Rectangle 490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6" name="Rectangle 490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7" name="Rectangle 490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8" name="Rectangle 490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9" name="Rectangle 490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0" name="Rectangle 490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1" name="Rectangle 491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2" name="Rectangle 491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3" name="Rectangle 491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4" name="Rectangle 491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5" name="Rectangle 491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6" name="Rectangle 491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7" name="Rectangle 491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8" name="Rectangle 491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9" name="Rectangle 491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0" name="Rectangle 491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1" name="Rectangle 492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2" name="Rectangle 492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3" name="Rectangle 492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4" name="Rectangle 492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25" name="Groupe 4924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4926" name="Rectangle 492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7" name="Rectangle 492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8" name="Rectangle 492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9" name="Rectangle 492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0" name="Rectangle 492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1" name="Rectangle 493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2" name="Rectangle 493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3" name="Rectangle 493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4" name="Rectangle 493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5" name="Rectangle 493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6" name="Rectangle 493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7" name="Rectangle 493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8" name="Rectangle 493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9" name="Rectangle 493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0" name="Rectangle 493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1" name="Rectangle 494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2" name="Rectangle 494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3" name="Rectangle 494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4" name="Rectangle 494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5" name="Rectangle 494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6" name="Rectangle 494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7" name="Rectangle 494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8" name="Rectangle 494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9" name="Rectangle 494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0" name="Rectangle 494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1" name="Rectangle 495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52" name="Groupe 4951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4953" name="Rectangle 495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4" name="Rectangle 495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5" name="Rectangle 495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6" name="Rectangle 495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7" name="Rectangle 495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8" name="Rectangle 495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9" name="Rectangle 495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0" name="Rectangle 495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1" name="Rectangle 496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2" name="Rectangle 496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3" name="Rectangle 496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4" name="Rectangle 496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5" name="Rectangle 496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6" name="Rectangle 496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7" name="Rectangle 496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8" name="Rectangle 496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9" name="Rectangle 496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0" name="Rectangle 496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1" name="Rectangle 497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2" name="Rectangle 497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3" name="Rectangle 497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4" name="Rectangle 497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5" name="Rectangle 497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6" name="Rectangle 497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7" name="Rectangle 497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8" name="Rectangle 497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79" name="Groupe 497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4980" name="Rectangle 497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1" name="Rectangle 498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2" name="Rectangle 498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3" name="Rectangle 498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4" name="Rectangle 498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5" name="Rectangle 498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6" name="Rectangle 498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7" name="Rectangle 498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8" name="Rectangle 498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9" name="Rectangle 498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0" name="Rectangle 498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1" name="Rectangle 499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2" name="Rectangle 499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3" name="Rectangle 499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4" name="Rectangle 499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5" name="Rectangle 499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6" name="Rectangle 499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7" name="Rectangle 499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8" name="Rectangle 499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9" name="Rectangle 499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0" name="Rectangle 499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1" name="Rectangle 500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2" name="Rectangle 500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3" name="Rectangle 500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4" name="Rectangle 500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5" name="Rectangle 500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06" name="Groupe 5005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5007" name="Rectangle 500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8" name="Rectangle 500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9" name="Rectangle 500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0" name="Rectangle 500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1" name="Rectangle 501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2" name="Rectangle 501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3" name="Rectangle 501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4" name="Rectangle 501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5" name="Rectangle 501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6" name="Rectangle 501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7" name="Rectangle 501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8" name="Rectangle 501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9" name="Rectangle 501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0" name="Rectangle 501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1" name="Rectangle 502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2" name="Rectangle 502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3" name="Rectangle 502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4" name="Rectangle 502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5" name="Rectangle 502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6" name="Rectangle 502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7" name="Rectangle 502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8" name="Rectangle 502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9" name="Rectangle 502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0" name="Rectangle 502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1" name="Rectangle 503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2" name="Rectangle 503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33" name="Groupe 5032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5034" name="Rectangle 50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5" name="Rectangle 50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6" name="Rectangle 50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7" name="Rectangle 50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8" name="Rectangle 50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9" name="Rectangle 50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0" name="Rectangle 50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1" name="Rectangle 50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2" name="Rectangle 50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3" name="Rectangle 50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4" name="Rectangle 50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5" name="Rectangle 50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6" name="Rectangle 50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7" name="Rectangle 50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8" name="Rectangle 50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9" name="Rectangle 50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0" name="Rectangle 50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1" name="Rectangle 50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2" name="Rectangle 50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3" name="Rectangle 50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4" name="Rectangle 50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5" name="Rectangle 50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6" name="Rectangle 50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7" name="Rectangle 50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8" name="Rectangle 50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9" name="Rectangle 50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60" name="Groupe 5059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5061" name="Rectangle 50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2" name="Rectangle 50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3" name="Rectangle 50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4" name="Rectangle 50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5" name="Rectangle 50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6" name="Rectangle 50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7" name="Rectangle 50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8" name="Rectangle 50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9" name="Rectangle 50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0" name="Rectangle 50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1" name="Rectangle 50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2" name="Rectangle 50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3" name="Rectangle 50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4" name="Rectangle 50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5" name="Rectangle 50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6" name="Rectangle 50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7" name="Rectangle 50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8" name="Rectangle 50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9" name="Rectangle 50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0" name="Rectangle 50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1" name="Rectangle 50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2" name="Rectangle 50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3" name="Rectangle 50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4" name="Rectangle 50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5" name="Rectangle 50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6" name="Rectangle 50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87" name="Groupe 5086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5088" name="Rectangle 508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9" name="Rectangle 508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0" name="Rectangle 508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1" name="Rectangle 509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2" name="Rectangle 509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3" name="Rectangle 509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4" name="Rectangle 509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5" name="Rectangle 509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6" name="Rectangle 509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7" name="Rectangle 509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8" name="Rectangle 509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9" name="Rectangle 509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0" name="Rectangle 509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1" name="Rectangle 510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2" name="Rectangle 510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3" name="Rectangle 510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4" name="Rectangle 510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5" name="Rectangle 510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6" name="Rectangle 510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7" name="Rectangle 510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8" name="Rectangle 510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9" name="Rectangle 510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0" name="Rectangle 510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1" name="Rectangle 511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2" name="Rectangle 511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3" name="Rectangle 511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5114" name="Groupe 5113"/>
          <p:cNvGrpSpPr/>
          <p:nvPr userDrawn="1"/>
        </p:nvGrpSpPr>
        <p:grpSpPr>
          <a:xfrm>
            <a:off x="778021" y="1190492"/>
            <a:ext cx="10793490" cy="900000"/>
            <a:chOff x="577340" y="118070"/>
            <a:chExt cx="10793490" cy="979831"/>
          </a:xfrm>
        </p:grpSpPr>
        <p:grpSp>
          <p:nvGrpSpPr>
            <p:cNvPr id="5115" name="Groupe 5114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5413" name="Rectangle 541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4" name="Rectangle 541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5" name="Rectangle 541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6" name="Rectangle 541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7" name="Rectangle 541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8" name="Rectangle 541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9" name="Rectangle 541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0" name="Rectangle 541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1" name="Rectangle 542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2" name="Rectangle 542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3" name="Rectangle 542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4" name="Rectangle 542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5" name="Rectangle 542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6" name="Rectangle 542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7" name="Rectangle 542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8" name="Rectangle 542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9" name="Rectangle 542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0" name="Rectangle 542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1" name="Rectangle 543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2" name="Rectangle 543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3" name="Rectangle 543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4" name="Rectangle 543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5" name="Rectangle 543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6" name="Rectangle 543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7" name="Rectangle 543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8" name="Rectangle 543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6" name="Groupe 5115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5387" name="Rectangle 538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8" name="Rectangle 538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9" name="Rectangle 538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0" name="Rectangle 538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1" name="Rectangle 539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2" name="Rectangle 539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3" name="Rectangle 539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4" name="Rectangle 539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5" name="Rectangle 539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6" name="Rectangle 539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7" name="Rectangle 539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8" name="Rectangle 539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9" name="Rectangle 539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0" name="Rectangle 539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1" name="Rectangle 540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2" name="Rectangle 540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3" name="Rectangle 540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4" name="Rectangle 540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5" name="Rectangle 540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6" name="Rectangle 540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7" name="Rectangle 540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8" name="Rectangle 540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9" name="Rectangle 540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0" name="Rectangle 540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1" name="Rectangle 541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2" name="Rectangle 541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7" name="Groupe 5116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5361" name="Rectangle 53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2" name="Rectangle 53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3" name="Rectangle 53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4" name="Rectangle 53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5" name="Rectangle 53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6" name="Rectangle 53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7" name="Rectangle 53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8" name="Rectangle 53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9" name="Rectangle 53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0" name="Rectangle 53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1" name="Rectangle 53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2" name="Rectangle 53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3" name="Rectangle 53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4" name="Rectangle 53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5" name="Rectangle 53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6" name="Rectangle 53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7" name="Rectangle 53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8" name="Rectangle 53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9" name="Rectangle 53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0" name="Rectangle 53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1" name="Rectangle 53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2" name="Rectangle 53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3" name="Rectangle 53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4" name="Rectangle 53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5" name="Rectangle 53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6" name="Rectangle 53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8" name="Groupe 5117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5335" name="Rectangle 533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6" name="Rectangle 533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7" name="Rectangle 533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8" name="Rectangle 533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9" name="Rectangle 533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0" name="Rectangle 533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1" name="Rectangle 534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2" name="Rectangle 534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3" name="Rectangle 534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4" name="Rectangle 534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5" name="Rectangle 534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6" name="Rectangle 534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7" name="Rectangle 534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8" name="Rectangle 534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9" name="Rectangle 534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0" name="Rectangle 534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1" name="Rectangle 535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2" name="Rectangle 535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3" name="Rectangle 535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4" name="Rectangle 535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5" name="Rectangle 535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6" name="Rectangle 535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7" name="Rectangle 535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8" name="Rectangle 535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9" name="Rectangle 535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0" name="Rectangle 535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9" name="Groupe 5118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5309" name="Rectangle 530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0" name="Rectangle 530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1" name="Rectangle 531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2" name="Rectangle 531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3" name="Rectangle 531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4" name="Rectangle 531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5" name="Rectangle 531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6" name="Rectangle 531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7" name="Rectangle 531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8" name="Rectangle 531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9" name="Rectangle 531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0" name="Rectangle 531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1" name="Rectangle 532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2" name="Rectangle 532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3" name="Rectangle 532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4" name="Rectangle 532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5" name="Rectangle 532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6" name="Rectangle 532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7" name="Rectangle 532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8" name="Rectangle 532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9" name="Rectangle 532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0" name="Rectangle 532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1" name="Rectangle 533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2" name="Rectangle 533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3" name="Rectangle 533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4" name="Rectangle 533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0" name="Groupe 5119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5283" name="Rectangle 528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4" name="Rectangle 528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5" name="Rectangle 528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6" name="Rectangle 528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7" name="Rectangle 528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8" name="Rectangle 528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9" name="Rectangle 528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0" name="Rectangle 528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1" name="Rectangle 529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2" name="Rectangle 529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3" name="Rectangle 529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4" name="Rectangle 529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5" name="Rectangle 529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6" name="Rectangle 529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7" name="Rectangle 529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8" name="Rectangle 529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9" name="Rectangle 529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0" name="Rectangle 529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1" name="Rectangle 530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2" name="Rectangle 530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3" name="Rectangle 530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4" name="Rectangle 530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5" name="Rectangle 530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6" name="Rectangle 530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7" name="Rectangle 530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8" name="Rectangle 530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1" name="Groupe 5120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5257" name="Rectangle 52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8" name="Rectangle 52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9" name="Rectangle 525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0" name="Rectangle 525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1" name="Rectangle 526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2" name="Rectangle 526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3" name="Rectangle 526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4" name="Rectangle 526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5" name="Rectangle 526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6" name="Rectangle 526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7" name="Rectangle 526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8" name="Rectangle 526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9" name="Rectangle 526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0" name="Rectangle 526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1" name="Rectangle 527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2" name="Rectangle 527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3" name="Rectangle 527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4" name="Rectangle 527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5" name="Rectangle 527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6" name="Rectangle 527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7" name="Rectangle 527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8" name="Rectangle 527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9" name="Rectangle 527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0" name="Rectangle 527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1" name="Rectangle 528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2" name="Rectangle 528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2" name="Groupe 5121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5231" name="Rectangle 523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2" name="Rectangle 523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3" name="Rectangle 523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4" name="Rectangle 523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5" name="Rectangle 523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6" name="Rectangle 523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7" name="Rectangle 523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8" name="Rectangle 523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9" name="Rectangle 523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0" name="Rectangle 523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1" name="Rectangle 524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2" name="Rectangle 524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3" name="Rectangle 524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4" name="Rectangle 524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5" name="Rectangle 524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6" name="Rectangle 524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7" name="Rectangle 524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8" name="Rectangle 524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9" name="Rectangle 524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0" name="Rectangle 524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1" name="Rectangle 525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2" name="Rectangle 525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3" name="Rectangle 525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4" name="Rectangle 525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5" name="Rectangle 525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6" name="Rectangle 525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3" name="Groupe 5122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5205" name="Rectangle 520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6" name="Rectangle 520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7" name="Rectangle 520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8" name="Rectangle 520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9" name="Rectangle 520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0" name="Rectangle 520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1" name="Rectangle 521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2" name="Rectangle 521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3" name="Rectangle 521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4" name="Rectangle 521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5" name="Rectangle 521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6" name="Rectangle 521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7" name="Rectangle 521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8" name="Rectangle 521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9" name="Rectangle 521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0" name="Rectangle 521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1" name="Rectangle 522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2" name="Rectangle 522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3" name="Rectangle 522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4" name="Rectangle 522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5" name="Rectangle 522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6" name="Rectangle 522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7" name="Rectangle 522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8" name="Rectangle 522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9" name="Rectangle 522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0" name="Rectangle 522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4" name="Groupe 5123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5179" name="Rectangle 517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0" name="Rectangle 517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1" name="Rectangle 518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2" name="Rectangle 518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3" name="Rectangle 518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4" name="Rectangle 518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5" name="Rectangle 518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6" name="Rectangle 518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7" name="Rectangle 518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8" name="Rectangle 518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9" name="Rectangle 518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0" name="Rectangle 518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1" name="Rectangle 519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2" name="Rectangle 519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3" name="Rectangle 519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4" name="Rectangle 519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5" name="Rectangle 519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6" name="Rectangle 519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7" name="Rectangle 519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8" name="Rectangle 519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9" name="Rectangle 519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0" name="Rectangle 519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1" name="Rectangle 520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2" name="Rectangle 520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3" name="Rectangle 520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4" name="Rectangle 520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5" name="Groupe 5124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5153" name="Rectangle 515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4" name="Rectangle 515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5" name="Rectangle 515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6" name="Rectangle 515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7" name="Rectangle 515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8" name="Rectangle 515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9" name="Rectangle 515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0" name="Rectangle 515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1" name="Rectangle 516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2" name="Rectangle 516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3" name="Rectangle 516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4" name="Rectangle 516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5" name="Rectangle 516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6" name="Rectangle 516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7" name="Rectangle 516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8" name="Rectangle 516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9" name="Rectangle 516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0" name="Rectangle 516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1" name="Rectangle 517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2" name="Rectangle 517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3" name="Rectangle 517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4" name="Rectangle 517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5" name="Rectangle 517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6" name="Rectangle 517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7" name="Rectangle 517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8" name="Rectangle 517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6" name="Groupe 5125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5127" name="Rectangle 512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28" name="Rectangle 512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29" name="Rectangle 512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0" name="Rectangle 512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1" name="Rectangle 513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2" name="Rectangle 513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3" name="Rectangle 513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4" name="Rectangle 513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5" name="Rectangle 513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6" name="Rectangle 513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7" name="Rectangle 513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8" name="Rectangle 513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9" name="Rectangle 513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0" name="Rectangle 513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1" name="Rectangle 514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2" name="Rectangle 514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3" name="Rectangle 514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4" name="Rectangle 514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5" name="Rectangle 514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6" name="Rectangle 514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7" name="Rectangle 514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8" name="Rectangle 514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9" name="Rectangle 514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0" name="Rectangle 514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1" name="Rectangle 515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2" name="Rectangle 515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cxnSp>
        <p:nvCxnSpPr>
          <p:cNvPr id="6" name="Connecteur droit 5"/>
          <p:cNvCxnSpPr/>
          <p:nvPr userDrawn="1"/>
        </p:nvCxnSpPr>
        <p:spPr>
          <a:xfrm>
            <a:off x="6174766" y="0"/>
            <a:ext cx="0" cy="14224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91" name="Groupe 7090"/>
          <p:cNvGrpSpPr/>
          <p:nvPr userDrawn="1"/>
        </p:nvGrpSpPr>
        <p:grpSpPr>
          <a:xfrm>
            <a:off x="778021" y="2090491"/>
            <a:ext cx="10793490" cy="900000"/>
            <a:chOff x="577340" y="118070"/>
            <a:chExt cx="10793490" cy="979831"/>
          </a:xfrm>
        </p:grpSpPr>
        <p:grpSp>
          <p:nvGrpSpPr>
            <p:cNvPr id="7092" name="Groupe 709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7390" name="Rectangle 738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1" name="Rectangle 739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2" name="Rectangle 739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3" name="Rectangle 739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4" name="Rectangle 739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5" name="Rectangle 739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6" name="Rectangle 739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7" name="Rectangle 739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8" name="Rectangle 739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9" name="Rectangle 739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0" name="Rectangle 739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1" name="Rectangle 740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2" name="Rectangle 740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3" name="Rectangle 740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4" name="Rectangle 740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5" name="Rectangle 740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6" name="Rectangle 740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7" name="Rectangle 740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8" name="Rectangle 740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9" name="Rectangle 740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0" name="Rectangle 740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1" name="Rectangle 741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2" name="Rectangle 741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3" name="Rectangle 741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4" name="Rectangle 741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5" name="Rectangle 741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3" name="Groupe 709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7364" name="Rectangle 73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5" name="Rectangle 73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6" name="Rectangle 73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7" name="Rectangle 73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8" name="Rectangle 73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9" name="Rectangle 73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0" name="Rectangle 73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1" name="Rectangle 73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2" name="Rectangle 73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3" name="Rectangle 73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4" name="Rectangle 73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5" name="Rectangle 73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6" name="Rectangle 73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7" name="Rectangle 73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8" name="Rectangle 73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9" name="Rectangle 73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0" name="Rectangle 73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1" name="Rectangle 73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2" name="Rectangle 73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3" name="Rectangle 73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4" name="Rectangle 73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5" name="Rectangle 73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6" name="Rectangle 73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7" name="Rectangle 73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8" name="Rectangle 73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9" name="Rectangle 73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4" name="Groupe 709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338" name="Rectangle 733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9" name="Rectangle 733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0" name="Rectangle 733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1" name="Rectangle 734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2" name="Rectangle 734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3" name="Rectangle 734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4" name="Rectangle 734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5" name="Rectangle 734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6" name="Rectangle 734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7" name="Rectangle 734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8" name="Rectangle 734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9" name="Rectangle 734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0" name="Rectangle 734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1" name="Rectangle 735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2" name="Rectangle 735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3" name="Rectangle 735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4" name="Rectangle 735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5" name="Rectangle 735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6" name="Rectangle 735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7" name="Rectangle 735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8" name="Rectangle 735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9" name="Rectangle 735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0" name="Rectangle 735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1" name="Rectangle 736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2" name="Rectangle 736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3" name="Rectangle 736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5" name="Groupe 709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312" name="Rectangle 731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3" name="Rectangle 731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4" name="Rectangle 731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5" name="Rectangle 731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6" name="Rectangle 731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7" name="Rectangle 731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8" name="Rectangle 731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9" name="Rectangle 731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0" name="Rectangle 731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1" name="Rectangle 732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2" name="Rectangle 732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3" name="Rectangle 732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4" name="Rectangle 732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5" name="Rectangle 732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6" name="Rectangle 732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7" name="Rectangle 732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8" name="Rectangle 732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9" name="Rectangle 732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0" name="Rectangle 732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1" name="Rectangle 733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2" name="Rectangle 733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3" name="Rectangle 733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4" name="Rectangle 733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5" name="Rectangle 733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6" name="Rectangle 733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7" name="Rectangle 733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6" name="Groupe 709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286" name="Rectangle 728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7" name="Rectangle 728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8" name="Rectangle 728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9" name="Rectangle 728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0" name="Rectangle 728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1" name="Rectangle 729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2" name="Rectangle 729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3" name="Rectangle 729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4" name="Rectangle 729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5" name="Rectangle 729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6" name="Rectangle 729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7" name="Rectangle 729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8" name="Rectangle 729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9" name="Rectangle 729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0" name="Rectangle 729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1" name="Rectangle 730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2" name="Rectangle 730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3" name="Rectangle 730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4" name="Rectangle 730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5" name="Rectangle 730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6" name="Rectangle 730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7" name="Rectangle 730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8" name="Rectangle 730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9" name="Rectangle 730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0" name="Rectangle 730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1" name="Rectangle 731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7" name="Groupe 709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260" name="Rectangle 725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1" name="Rectangle 726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2" name="Rectangle 726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3" name="Rectangle 726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4" name="Rectangle 726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5" name="Rectangle 726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6" name="Rectangle 726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7" name="Rectangle 726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8" name="Rectangle 726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9" name="Rectangle 726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0" name="Rectangle 726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1" name="Rectangle 727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2" name="Rectangle 727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3" name="Rectangle 727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4" name="Rectangle 727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5" name="Rectangle 727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6" name="Rectangle 727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7" name="Rectangle 727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8" name="Rectangle 727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9" name="Rectangle 727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0" name="Rectangle 727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1" name="Rectangle 728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2" name="Rectangle 728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3" name="Rectangle 728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4" name="Rectangle 728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5" name="Rectangle 728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8" name="Groupe 709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234" name="Rectangle 72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5" name="Rectangle 72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6" name="Rectangle 72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7" name="Rectangle 72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8" name="Rectangle 72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9" name="Rectangle 72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0" name="Rectangle 72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1" name="Rectangle 72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2" name="Rectangle 72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3" name="Rectangle 72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4" name="Rectangle 72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5" name="Rectangle 72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6" name="Rectangle 72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7" name="Rectangle 72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8" name="Rectangle 72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9" name="Rectangle 72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0" name="Rectangle 72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1" name="Rectangle 72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2" name="Rectangle 72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3" name="Rectangle 72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4" name="Rectangle 72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5" name="Rectangle 72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6" name="Rectangle 72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7" name="Rectangle 72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8" name="Rectangle 72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9" name="Rectangle 72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9" name="Groupe 709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208" name="Rectangle 720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9" name="Rectangle 720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0" name="Rectangle 720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1" name="Rectangle 721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2" name="Rectangle 721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3" name="Rectangle 721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4" name="Rectangle 721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5" name="Rectangle 721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6" name="Rectangle 721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7" name="Rectangle 721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8" name="Rectangle 721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9" name="Rectangle 721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0" name="Rectangle 721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1" name="Rectangle 722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2" name="Rectangle 722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3" name="Rectangle 722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4" name="Rectangle 722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5" name="Rectangle 722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6" name="Rectangle 722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7" name="Rectangle 722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8" name="Rectangle 722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9" name="Rectangle 722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0" name="Rectangle 722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1" name="Rectangle 723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2" name="Rectangle 723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3" name="Rectangle 723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0" name="Groupe 709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182" name="Rectangle 718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3" name="Rectangle 718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4" name="Rectangle 718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5" name="Rectangle 718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6" name="Rectangle 718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7" name="Rectangle 718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8" name="Rectangle 718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9" name="Rectangle 718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0" name="Rectangle 718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1" name="Rectangle 719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2" name="Rectangle 719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3" name="Rectangle 719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4" name="Rectangle 719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5" name="Rectangle 719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6" name="Rectangle 719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7" name="Rectangle 719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8" name="Rectangle 719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9" name="Rectangle 719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0" name="Rectangle 719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1" name="Rectangle 720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2" name="Rectangle 720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3" name="Rectangle 720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4" name="Rectangle 720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5" name="Rectangle 720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6" name="Rectangle 720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7" name="Rectangle 720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1" name="Groupe 710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156" name="Rectangle 715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7" name="Rectangle 715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8" name="Rectangle 715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9" name="Rectangle 715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0" name="Rectangle 715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1" name="Rectangle 716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2" name="Rectangle 716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3" name="Rectangle 716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4" name="Rectangle 716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5" name="Rectangle 716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6" name="Rectangle 716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7" name="Rectangle 716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8" name="Rectangle 716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9" name="Rectangle 716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0" name="Rectangle 716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1" name="Rectangle 717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2" name="Rectangle 717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3" name="Rectangle 717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4" name="Rectangle 717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5" name="Rectangle 717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6" name="Rectangle 717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7" name="Rectangle 717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8" name="Rectangle 717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9" name="Rectangle 717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0" name="Rectangle 717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1" name="Rectangle 718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2" name="Groupe 710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130" name="Rectangle 712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1" name="Rectangle 713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2" name="Rectangle 713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3" name="Rectangle 713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4" name="Rectangle 713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5" name="Rectangle 713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6" name="Rectangle 713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7" name="Rectangle 713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8" name="Rectangle 713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9" name="Rectangle 713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0" name="Rectangle 713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1" name="Rectangle 714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2" name="Rectangle 714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3" name="Rectangle 714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4" name="Rectangle 714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5" name="Rectangle 714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6" name="Rectangle 714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7" name="Rectangle 714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8" name="Rectangle 714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9" name="Rectangle 714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0" name="Rectangle 714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1" name="Rectangle 715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2" name="Rectangle 715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3" name="Rectangle 715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4" name="Rectangle 715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5" name="Rectangle 715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3" name="Groupe 710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104" name="Rectangle 710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5" name="Rectangle 710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6" name="Rectangle 710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7" name="Rectangle 710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8" name="Rectangle 710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9" name="Rectangle 710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0" name="Rectangle 710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1" name="Rectangle 711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2" name="Rectangle 711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3" name="Rectangle 711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4" name="Rectangle 711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5" name="Rectangle 711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6" name="Rectangle 711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7" name="Rectangle 711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8" name="Rectangle 711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9" name="Rectangle 711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0" name="Rectangle 711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1" name="Rectangle 712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2" name="Rectangle 712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3" name="Rectangle 712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4" name="Rectangle 712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5" name="Rectangle 712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6" name="Rectangle 712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7" name="Rectangle 712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8" name="Rectangle 712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9" name="Rectangle 712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7416" name="Groupe 7415"/>
          <p:cNvGrpSpPr/>
          <p:nvPr userDrawn="1"/>
        </p:nvGrpSpPr>
        <p:grpSpPr>
          <a:xfrm>
            <a:off x="778021" y="2984296"/>
            <a:ext cx="10793490" cy="900000"/>
            <a:chOff x="577340" y="118070"/>
            <a:chExt cx="10793490" cy="979831"/>
          </a:xfrm>
        </p:grpSpPr>
        <p:grpSp>
          <p:nvGrpSpPr>
            <p:cNvPr id="7417" name="Groupe 7416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7715" name="Rectangle 771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6" name="Rectangle 771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7" name="Rectangle 771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8" name="Rectangle 771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9" name="Rectangle 771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0" name="Rectangle 771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1" name="Rectangle 772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2" name="Rectangle 772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3" name="Rectangle 772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4" name="Rectangle 772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5" name="Rectangle 772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6" name="Rectangle 772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7" name="Rectangle 772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8" name="Rectangle 772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9" name="Rectangle 772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0" name="Rectangle 772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1" name="Rectangle 773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2" name="Rectangle 773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3" name="Rectangle 773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4" name="Rectangle 773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5" name="Rectangle 773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6" name="Rectangle 773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7" name="Rectangle 773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8" name="Rectangle 773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9" name="Rectangle 773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40" name="Rectangle 773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18" name="Groupe 7417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7689" name="Rectangle 768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0" name="Rectangle 768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1" name="Rectangle 769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2" name="Rectangle 769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3" name="Rectangle 769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4" name="Rectangle 769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5" name="Rectangle 769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6" name="Rectangle 769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7" name="Rectangle 769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8" name="Rectangle 769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9" name="Rectangle 769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0" name="Rectangle 769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1" name="Rectangle 770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2" name="Rectangle 770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3" name="Rectangle 770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4" name="Rectangle 770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5" name="Rectangle 770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6" name="Rectangle 770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7" name="Rectangle 770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8" name="Rectangle 770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9" name="Rectangle 770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0" name="Rectangle 770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1" name="Rectangle 771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2" name="Rectangle 771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3" name="Rectangle 771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4" name="Rectangle 771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19" name="Groupe 7418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663" name="Rectangle 766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4" name="Rectangle 766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5" name="Rectangle 766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6" name="Rectangle 766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7" name="Rectangle 766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8" name="Rectangle 766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9" name="Rectangle 766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0" name="Rectangle 766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1" name="Rectangle 767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2" name="Rectangle 767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3" name="Rectangle 767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4" name="Rectangle 767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5" name="Rectangle 767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6" name="Rectangle 767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7" name="Rectangle 767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8" name="Rectangle 767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9" name="Rectangle 767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0" name="Rectangle 767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1" name="Rectangle 768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2" name="Rectangle 768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3" name="Rectangle 768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4" name="Rectangle 768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5" name="Rectangle 768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6" name="Rectangle 768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7" name="Rectangle 768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8" name="Rectangle 768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0" name="Groupe 7419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637" name="Rectangle 763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8" name="Rectangle 763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9" name="Rectangle 763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0" name="Rectangle 763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1" name="Rectangle 764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2" name="Rectangle 764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3" name="Rectangle 764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4" name="Rectangle 764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5" name="Rectangle 764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6" name="Rectangle 764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7" name="Rectangle 764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8" name="Rectangle 764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9" name="Rectangle 764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0" name="Rectangle 764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1" name="Rectangle 765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2" name="Rectangle 765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3" name="Rectangle 765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4" name="Rectangle 765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5" name="Rectangle 765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6" name="Rectangle 765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7" name="Rectangle 765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8" name="Rectangle 765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9" name="Rectangle 765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0" name="Rectangle 765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1" name="Rectangle 766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2" name="Rectangle 766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1" name="Groupe 7420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611" name="Rectangle 761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2" name="Rectangle 761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3" name="Rectangle 761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4" name="Rectangle 761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5" name="Rectangle 761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6" name="Rectangle 761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7" name="Rectangle 761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8" name="Rectangle 761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9" name="Rectangle 761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0" name="Rectangle 761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1" name="Rectangle 762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2" name="Rectangle 762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3" name="Rectangle 762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4" name="Rectangle 762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5" name="Rectangle 762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6" name="Rectangle 762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7" name="Rectangle 762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8" name="Rectangle 762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9" name="Rectangle 762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0" name="Rectangle 762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1" name="Rectangle 763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2" name="Rectangle 763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3" name="Rectangle 763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4" name="Rectangle 763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5" name="Rectangle 763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6" name="Rectangle 763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2" name="Groupe 7421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585" name="Rectangle 758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6" name="Rectangle 758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7" name="Rectangle 758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8" name="Rectangle 758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9" name="Rectangle 758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0" name="Rectangle 758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1" name="Rectangle 759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2" name="Rectangle 759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3" name="Rectangle 759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4" name="Rectangle 759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5" name="Rectangle 759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6" name="Rectangle 759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7" name="Rectangle 759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8" name="Rectangle 759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9" name="Rectangle 759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0" name="Rectangle 759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1" name="Rectangle 760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2" name="Rectangle 760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3" name="Rectangle 760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4" name="Rectangle 760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5" name="Rectangle 760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6" name="Rectangle 760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7" name="Rectangle 760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8" name="Rectangle 760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9" name="Rectangle 760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0" name="Rectangle 760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3" name="Groupe 7422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559" name="Rectangle 755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0" name="Rectangle 755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1" name="Rectangle 756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2" name="Rectangle 756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3" name="Rectangle 756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4" name="Rectangle 756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5" name="Rectangle 756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6" name="Rectangle 756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7" name="Rectangle 756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8" name="Rectangle 756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9" name="Rectangle 756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0" name="Rectangle 756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1" name="Rectangle 757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2" name="Rectangle 757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3" name="Rectangle 757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4" name="Rectangle 757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5" name="Rectangle 757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6" name="Rectangle 757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7" name="Rectangle 757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8" name="Rectangle 757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9" name="Rectangle 757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0" name="Rectangle 757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1" name="Rectangle 758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2" name="Rectangle 758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3" name="Rectangle 758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4" name="Rectangle 758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4" name="Groupe 7423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533" name="Rectangle 753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4" name="Rectangle 753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5" name="Rectangle 753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6" name="Rectangle 753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7" name="Rectangle 753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8" name="Rectangle 753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9" name="Rectangle 753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0" name="Rectangle 753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1" name="Rectangle 754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2" name="Rectangle 754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3" name="Rectangle 754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4" name="Rectangle 754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5" name="Rectangle 754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6" name="Rectangle 754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7" name="Rectangle 754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8" name="Rectangle 754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9" name="Rectangle 754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0" name="Rectangle 754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1" name="Rectangle 755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2" name="Rectangle 755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3" name="Rectangle 755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4" name="Rectangle 755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5" name="Rectangle 755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6" name="Rectangle 755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7" name="Rectangle 755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8" name="Rectangle 755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5" name="Groupe 7424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507" name="Rectangle 750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8" name="Rectangle 750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9" name="Rectangle 750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0" name="Rectangle 750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1" name="Rectangle 751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2" name="Rectangle 751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3" name="Rectangle 751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4" name="Rectangle 751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5" name="Rectangle 751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6" name="Rectangle 751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7" name="Rectangle 751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8" name="Rectangle 751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9" name="Rectangle 751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0" name="Rectangle 751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1" name="Rectangle 752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2" name="Rectangle 752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3" name="Rectangle 752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4" name="Rectangle 752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5" name="Rectangle 752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6" name="Rectangle 752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7" name="Rectangle 752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8" name="Rectangle 752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9" name="Rectangle 752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0" name="Rectangle 752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1" name="Rectangle 753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2" name="Rectangle 753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6" name="Groupe 7425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481" name="Rectangle 748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2" name="Rectangle 748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3" name="Rectangle 748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4" name="Rectangle 748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5" name="Rectangle 748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6" name="Rectangle 748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7" name="Rectangle 748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8" name="Rectangle 748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9" name="Rectangle 748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0" name="Rectangle 748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1" name="Rectangle 749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2" name="Rectangle 749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3" name="Rectangle 749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4" name="Rectangle 749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5" name="Rectangle 749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6" name="Rectangle 749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7" name="Rectangle 749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8" name="Rectangle 749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9" name="Rectangle 749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0" name="Rectangle 749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1" name="Rectangle 750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2" name="Rectangle 750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3" name="Rectangle 750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4" name="Rectangle 750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5" name="Rectangle 750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6" name="Rectangle 750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7" name="Groupe 7426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455" name="Rectangle 745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6" name="Rectangle 745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7" name="Rectangle 745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8" name="Rectangle 745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9" name="Rectangle 745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0" name="Rectangle 745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1" name="Rectangle 746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2" name="Rectangle 746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3" name="Rectangle 746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4" name="Rectangle 746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5" name="Rectangle 746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6" name="Rectangle 746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7" name="Rectangle 746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8" name="Rectangle 746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9" name="Rectangle 746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0" name="Rectangle 746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1" name="Rectangle 747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2" name="Rectangle 747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3" name="Rectangle 747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4" name="Rectangle 747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5" name="Rectangle 747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6" name="Rectangle 747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7" name="Rectangle 747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8" name="Rectangle 747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9" name="Rectangle 747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0" name="Rectangle 747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8" name="Groupe 7427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429" name="Rectangle 742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0" name="Rectangle 742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1" name="Rectangle 743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2" name="Rectangle 743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3" name="Rectangle 743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4" name="Rectangle 743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5" name="Rectangle 743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6" name="Rectangle 743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7" name="Rectangle 743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8" name="Rectangle 743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9" name="Rectangle 743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0" name="Rectangle 743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1" name="Rectangle 744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2" name="Rectangle 744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3" name="Rectangle 744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4" name="Rectangle 744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5" name="Rectangle 744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6" name="Rectangle 744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7" name="Rectangle 744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8" name="Rectangle 744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9" name="Rectangle 744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0" name="Rectangle 744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1" name="Rectangle 745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2" name="Rectangle 745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3" name="Rectangle 745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4" name="Rectangle 745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7741" name="Groupe 7740"/>
          <p:cNvGrpSpPr/>
          <p:nvPr userDrawn="1"/>
        </p:nvGrpSpPr>
        <p:grpSpPr>
          <a:xfrm>
            <a:off x="778021" y="3877747"/>
            <a:ext cx="10793490" cy="900000"/>
            <a:chOff x="577340" y="118070"/>
            <a:chExt cx="10793490" cy="979831"/>
          </a:xfrm>
        </p:grpSpPr>
        <p:grpSp>
          <p:nvGrpSpPr>
            <p:cNvPr id="7742" name="Groupe 774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040" name="Rectangle 803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1" name="Rectangle 804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2" name="Rectangle 804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3" name="Rectangle 804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4" name="Rectangle 804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5" name="Rectangle 804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6" name="Rectangle 804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7" name="Rectangle 804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8" name="Rectangle 804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9" name="Rectangle 804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0" name="Rectangle 804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1" name="Rectangle 805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2" name="Rectangle 805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3" name="Rectangle 805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4" name="Rectangle 805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5" name="Rectangle 805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6" name="Rectangle 805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7" name="Rectangle 805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8" name="Rectangle 805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9" name="Rectangle 805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0" name="Rectangle 805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1" name="Rectangle 806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2" name="Rectangle 806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3" name="Rectangle 806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4" name="Rectangle 806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5" name="Rectangle 806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3" name="Groupe 774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014" name="Rectangle 801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5" name="Rectangle 801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6" name="Rectangle 801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7" name="Rectangle 801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8" name="Rectangle 801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9" name="Rectangle 801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0" name="Rectangle 801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1" name="Rectangle 802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2" name="Rectangle 802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3" name="Rectangle 802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4" name="Rectangle 802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5" name="Rectangle 802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6" name="Rectangle 802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7" name="Rectangle 802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8" name="Rectangle 802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9" name="Rectangle 802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0" name="Rectangle 802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1" name="Rectangle 803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2" name="Rectangle 803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3" name="Rectangle 803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4" name="Rectangle 803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5" name="Rectangle 803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6" name="Rectangle 803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7" name="Rectangle 803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8" name="Rectangle 803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9" name="Rectangle 803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4" name="Groupe 774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988" name="Rectangle 798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9" name="Rectangle 798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0" name="Rectangle 798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1" name="Rectangle 799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2" name="Rectangle 799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3" name="Rectangle 799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4" name="Rectangle 799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5" name="Rectangle 799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6" name="Rectangle 799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7" name="Rectangle 799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8" name="Rectangle 799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9" name="Rectangle 799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0" name="Rectangle 799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1" name="Rectangle 800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2" name="Rectangle 800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3" name="Rectangle 800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4" name="Rectangle 800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5" name="Rectangle 800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6" name="Rectangle 800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7" name="Rectangle 800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8" name="Rectangle 800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9" name="Rectangle 800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0" name="Rectangle 800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1" name="Rectangle 801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2" name="Rectangle 801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3" name="Rectangle 801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5" name="Groupe 774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962" name="Rectangle 796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3" name="Rectangle 796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4" name="Rectangle 796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5" name="Rectangle 796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6" name="Rectangle 796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7" name="Rectangle 796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8" name="Rectangle 796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9" name="Rectangle 796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0" name="Rectangle 796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1" name="Rectangle 797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2" name="Rectangle 797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3" name="Rectangle 797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4" name="Rectangle 797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5" name="Rectangle 797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6" name="Rectangle 797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7" name="Rectangle 797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8" name="Rectangle 797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9" name="Rectangle 797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0" name="Rectangle 797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1" name="Rectangle 798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2" name="Rectangle 798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3" name="Rectangle 798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4" name="Rectangle 798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5" name="Rectangle 798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6" name="Rectangle 798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7" name="Rectangle 798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6" name="Groupe 774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936" name="Rectangle 793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7" name="Rectangle 793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8" name="Rectangle 793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9" name="Rectangle 793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0" name="Rectangle 793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1" name="Rectangle 794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2" name="Rectangle 794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3" name="Rectangle 794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4" name="Rectangle 794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5" name="Rectangle 794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6" name="Rectangle 794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7" name="Rectangle 794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8" name="Rectangle 794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9" name="Rectangle 794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0" name="Rectangle 794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1" name="Rectangle 795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2" name="Rectangle 795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3" name="Rectangle 795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4" name="Rectangle 795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5" name="Rectangle 795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6" name="Rectangle 795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7" name="Rectangle 795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8" name="Rectangle 795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9" name="Rectangle 795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0" name="Rectangle 795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1" name="Rectangle 796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7" name="Groupe 774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910" name="Rectangle 790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1" name="Rectangle 791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2" name="Rectangle 791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3" name="Rectangle 791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4" name="Rectangle 791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5" name="Rectangle 791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6" name="Rectangle 791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7" name="Rectangle 791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8" name="Rectangle 791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9" name="Rectangle 791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0" name="Rectangle 791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1" name="Rectangle 792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2" name="Rectangle 792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3" name="Rectangle 792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4" name="Rectangle 792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5" name="Rectangle 792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6" name="Rectangle 792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7" name="Rectangle 792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8" name="Rectangle 792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9" name="Rectangle 792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0" name="Rectangle 792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1" name="Rectangle 793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2" name="Rectangle 793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3" name="Rectangle 793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4" name="Rectangle 793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5" name="Rectangle 793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8" name="Groupe 774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884" name="Rectangle 788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5" name="Rectangle 788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6" name="Rectangle 788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7" name="Rectangle 788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8" name="Rectangle 788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9" name="Rectangle 788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0" name="Rectangle 788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1" name="Rectangle 789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2" name="Rectangle 789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3" name="Rectangle 789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4" name="Rectangle 789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5" name="Rectangle 789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6" name="Rectangle 789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7" name="Rectangle 789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8" name="Rectangle 789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9" name="Rectangle 789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0" name="Rectangle 789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1" name="Rectangle 790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2" name="Rectangle 790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3" name="Rectangle 790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4" name="Rectangle 790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5" name="Rectangle 790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6" name="Rectangle 790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7" name="Rectangle 790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8" name="Rectangle 790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9" name="Rectangle 790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9" name="Groupe 774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858" name="Rectangle 785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9" name="Rectangle 785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0" name="Rectangle 785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1" name="Rectangle 786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2" name="Rectangle 786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3" name="Rectangle 786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4" name="Rectangle 786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5" name="Rectangle 786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6" name="Rectangle 786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7" name="Rectangle 786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8" name="Rectangle 786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9" name="Rectangle 786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0" name="Rectangle 786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1" name="Rectangle 787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2" name="Rectangle 787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3" name="Rectangle 787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4" name="Rectangle 787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5" name="Rectangle 787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6" name="Rectangle 787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7" name="Rectangle 787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8" name="Rectangle 787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9" name="Rectangle 787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0" name="Rectangle 787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1" name="Rectangle 788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2" name="Rectangle 788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3" name="Rectangle 788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0" name="Groupe 774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832" name="Rectangle 783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3" name="Rectangle 783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4" name="Rectangle 783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5" name="Rectangle 783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6" name="Rectangle 783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7" name="Rectangle 783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8" name="Rectangle 783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9" name="Rectangle 783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0" name="Rectangle 783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1" name="Rectangle 784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2" name="Rectangle 784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3" name="Rectangle 784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4" name="Rectangle 784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5" name="Rectangle 784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6" name="Rectangle 784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7" name="Rectangle 784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8" name="Rectangle 784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9" name="Rectangle 784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0" name="Rectangle 784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1" name="Rectangle 785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2" name="Rectangle 785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3" name="Rectangle 785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4" name="Rectangle 785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5" name="Rectangle 785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6" name="Rectangle 785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7" name="Rectangle 785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1" name="Groupe 775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806" name="Rectangle 780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7" name="Rectangle 780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8" name="Rectangle 780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9" name="Rectangle 780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0" name="Rectangle 780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1" name="Rectangle 781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2" name="Rectangle 781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3" name="Rectangle 781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4" name="Rectangle 781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5" name="Rectangle 781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6" name="Rectangle 781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7" name="Rectangle 781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8" name="Rectangle 781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9" name="Rectangle 781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0" name="Rectangle 781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1" name="Rectangle 782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2" name="Rectangle 782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3" name="Rectangle 782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4" name="Rectangle 782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5" name="Rectangle 782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6" name="Rectangle 782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7" name="Rectangle 782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8" name="Rectangle 782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9" name="Rectangle 782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0" name="Rectangle 782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1" name="Rectangle 783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2" name="Groupe 775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780" name="Rectangle 777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1" name="Rectangle 778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2" name="Rectangle 778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3" name="Rectangle 778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4" name="Rectangle 778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5" name="Rectangle 778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6" name="Rectangle 778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7" name="Rectangle 778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8" name="Rectangle 778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9" name="Rectangle 778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0" name="Rectangle 778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1" name="Rectangle 779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2" name="Rectangle 779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3" name="Rectangle 779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4" name="Rectangle 779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5" name="Rectangle 779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6" name="Rectangle 779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7" name="Rectangle 779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8" name="Rectangle 779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9" name="Rectangle 779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0" name="Rectangle 779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1" name="Rectangle 780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2" name="Rectangle 780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3" name="Rectangle 780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4" name="Rectangle 780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5" name="Rectangle 780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3" name="Groupe 775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754" name="Rectangle 775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5" name="Rectangle 775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6" name="Rectangle 775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7" name="Rectangle 775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8" name="Rectangle 775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9" name="Rectangle 775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0" name="Rectangle 775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1" name="Rectangle 776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2" name="Rectangle 776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3" name="Rectangle 776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4" name="Rectangle 776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5" name="Rectangle 776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6" name="Rectangle 776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7" name="Rectangle 776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8" name="Rectangle 776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9" name="Rectangle 776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0" name="Rectangle 776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1" name="Rectangle 777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2" name="Rectangle 777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3" name="Rectangle 777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4" name="Rectangle 777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5" name="Rectangle 777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6" name="Rectangle 777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7" name="Rectangle 777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8" name="Rectangle 777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9" name="Rectangle 777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8066" name="Groupe 8065"/>
          <p:cNvGrpSpPr/>
          <p:nvPr userDrawn="1"/>
        </p:nvGrpSpPr>
        <p:grpSpPr>
          <a:xfrm>
            <a:off x="778021" y="4777746"/>
            <a:ext cx="10793490" cy="900000"/>
            <a:chOff x="577340" y="118070"/>
            <a:chExt cx="10793490" cy="979831"/>
          </a:xfrm>
        </p:grpSpPr>
        <p:grpSp>
          <p:nvGrpSpPr>
            <p:cNvPr id="8067" name="Groupe 8066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365" name="Rectangle 836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6" name="Rectangle 836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7" name="Rectangle 836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8" name="Rectangle 836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9" name="Rectangle 836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0" name="Rectangle 836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1" name="Rectangle 837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2" name="Rectangle 837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3" name="Rectangle 837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4" name="Rectangle 837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5" name="Rectangle 837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6" name="Rectangle 837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7" name="Rectangle 837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8" name="Rectangle 837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9" name="Rectangle 837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0" name="Rectangle 837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1" name="Rectangle 838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2" name="Rectangle 838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3" name="Rectangle 838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4" name="Rectangle 838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5" name="Rectangle 838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6" name="Rectangle 838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7" name="Rectangle 838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8" name="Rectangle 838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9" name="Rectangle 838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90" name="Rectangle 838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68" name="Groupe 8067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339" name="Rectangle 833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0" name="Rectangle 833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1" name="Rectangle 834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2" name="Rectangle 834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3" name="Rectangle 834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4" name="Rectangle 834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5" name="Rectangle 834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6" name="Rectangle 834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7" name="Rectangle 834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8" name="Rectangle 834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9" name="Rectangle 834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0" name="Rectangle 834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1" name="Rectangle 835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2" name="Rectangle 835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3" name="Rectangle 835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4" name="Rectangle 835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5" name="Rectangle 835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6" name="Rectangle 835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7" name="Rectangle 835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8" name="Rectangle 835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9" name="Rectangle 835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0" name="Rectangle 835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1" name="Rectangle 836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2" name="Rectangle 836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3" name="Rectangle 836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4" name="Rectangle 836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69" name="Groupe 8068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8313" name="Rectangle 831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4" name="Rectangle 831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5" name="Rectangle 831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6" name="Rectangle 831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7" name="Rectangle 831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8" name="Rectangle 831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9" name="Rectangle 831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0" name="Rectangle 831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1" name="Rectangle 832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2" name="Rectangle 832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3" name="Rectangle 832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4" name="Rectangle 832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5" name="Rectangle 832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6" name="Rectangle 832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7" name="Rectangle 832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8" name="Rectangle 832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9" name="Rectangle 832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0" name="Rectangle 832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1" name="Rectangle 833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2" name="Rectangle 833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3" name="Rectangle 833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4" name="Rectangle 833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5" name="Rectangle 833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6" name="Rectangle 833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7" name="Rectangle 833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8" name="Rectangle 833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0" name="Groupe 8069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8287" name="Rectangle 828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8" name="Rectangle 828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9" name="Rectangle 828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0" name="Rectangle 828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1" name="Rectangle 829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2" name="Rectangle 829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3" name="Rectangle 829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4" name="Rectangle 829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5" name="Rectangle 829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6" name="Rectangle 829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7" name="Rectangle 829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8" name="Rectangle 829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9" name="Rectangle 829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0" name="Rectangle 829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1" name="Rectangle 830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2" name="Rectangle 830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3" name="Rectangle 830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4" name="Rectangle 830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5" name="Rectangle 830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6" name="Rectangle 830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7" name="Rectangle 830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8" name="Rectangle 830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9" name="Rectangle 830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0" name="Rectangle 830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1" name="Rectangle 831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2" name="Rectangle 831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1" name="Groupe 8070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8261" name="Rectangle 82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2" name="Rectangle 82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3" name="Rectangle 82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4" name="Rectangle 82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5" name="Rectangle 82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6" name="Rectangle 82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7" name="Rectangle 82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8" name="Rectangle 82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9" name="Rectangle 82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0" name="Rectangle 82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1" name="Rectangle 82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2" name="Rectangle 82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3" name="Rectangle 82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4" name="Rectangle 82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5" name="Rectangle 82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6" name="Rectangle 82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7" name="Rectangle 82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8" name="Rectangle 82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9" name="Rectangle 82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0" name="Rectangle 82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1" name="Rectangle 82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2" name="Rectangle 82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3" name="Rectangle 82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4" name="Rectangle 82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5" name="Rectangle 82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6" name="Rectangle 82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2" name="Groupe 8071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8235" name="Rectangle 823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6" name="Rectangle 823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7" name="Rectangle 823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8" name="Rectangle 823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9" name="Rectangle 823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0" name="Rectangle 823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1" name="Rectangle 824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2" name="Rectangle 824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3" name="Rectangle 824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4" name="Rectangle 824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5" name="Rectangle 824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6" name="Rectangle 824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7" name="Rectangle 824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8" name="Rectangle 824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9" name="Rectangle 824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0" name="Rectangle 824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1" name="Rectangle 825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2" name="Rectangle 825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3" name="Rectangle 825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4" name="Rectangle 825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5" name="Rectangle 825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6" name="Rectangle 825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7" name="Rectangle 825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8" name="Rectangle 825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9" name="Rectangle 825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0" name="Rectangle 825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3" name="Groupe 8072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8209" name="Rectangle 820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0" name="Rectangle 820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1" name="Rectangle 821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2" name="Rectangle 821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3" name="Rectangle 821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4" name="Rectangle 821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5" name="Rectangle 821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6" name="Rectangle 821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7" name="Rectangle 821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8" name="Rectangle 821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9" name="Rectangle 821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0" name="Rectangle 821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1" name="Rectangle 822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2" name="Rectangle 822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3" name="Rectangle 822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4" name="Rectangle 822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5" name="Rectangle 822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6" name="Rectangle 822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7" name="Rectangle 822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8" name="Rectangle 822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9" name="Rectangle 822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0" name="Rectangle 822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1" name="Rectangle 823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2" name="Rectangle 823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3" name="Rectangle 823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4" name="Rectangle 823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4" name="Groupe 8073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8183" name="Rectangle 818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4" name="Rectangle 818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5" name="Rectangle 818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6" name="Rectangle 818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7" name="Rectangle 818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8" name="Rectangle 818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9" name="Rectangle 818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0" name="Rectangle 818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1" name="Rectangle 819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2" name="Rectangle 819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3" name="Rectangle 819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4" name="Rectangle 819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5" name="Rectangle 819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6" name="Rectangle 819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7" name="Rectangle 819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8" name="Rectangle 819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9" name="Rectangle 819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0" name="Rectangle 819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1" name="Rectangle 820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2" name="Rectangle 820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3" name="Rectangle 820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4" name="Rectangle 820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5" name="Rectangle 820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6" name="Rectangle 820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7" name="Rectangle 820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8" name="Rectangle 820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5" name="Groupe 8074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8157" name="Rectangle 81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8" name="Rectangle 81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9" name="Rectangle 815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0" name="Rectangle 815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1" name="Rectangle 816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2" name="Rectangle 816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3" name="Rectangle 816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4" name="Rectangle 816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5" name="Rectangle 816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6" name="Rectangle 816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7" name="Rectangle 816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8" name="Rectangle 816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9" name="Rectangle 816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0" name="Rectangle 816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1" name="Rectangle 817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2" name="Rectangle 817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3" name="Rectangle 817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4" name="Rectangle 817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5" name="Rectangle 817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6" name="Rectangle 817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7" name="Rectangle 817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8" name="Rectangle 817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9" name="Rectangle 817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0" name="Rectangle 817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1" name="Rectangle 818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2" name="Rectangle 818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6" name="Groupe 8075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8131" name="Rectangle 813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2" name="Rectangle 813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3" name="Rectangle 813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4" name="Rectangle 813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5" name="Rectangle 813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6" name="Rectangle 813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7" name="Rectangle 813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8" name="Rectangle 813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9" name="Rectangle 813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0" name="Rectangle 813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1" name="Rectangle 814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2" name="Rectangle 814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3" name="Rectangle 814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4" name="Rectangle 814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5" name="Rectangle 814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6" name="Rectangle 814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7" name="Rectangle 814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8" name="Rectangle 814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9" name="Rectangle 814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0" name="Rectangle 814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1" name="Rectangle 815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2" name="Rectangle 815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3" name="Rectangle 815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4" name="Rectangle 815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5" name="Rectangle 815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6" name="Rectangle 815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7" name="Groupe 8076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8105" name="Rectangle 810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6" name="Rectangle 810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7" name="Rectangle 810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8" name="Rectangle 810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9" name="Rectangle 810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0" name="Rectangle 810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1" name="Rectangle 811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2" name="Rectangle 811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3" name="Rectangle 811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4" name="Rectangle 811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5" name="Rectangle 811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6" name="Rectangle 811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7" name="Rectangle 811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8" name="Rectangle 811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9" name="Rectangle 811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0" name="Rectangle 811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1" name="Rectangle 812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2" name="Rectangle 812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3" name="Rectangle 812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4" name="Rectangle 812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5" name="Rectangle 812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6" name="Rectangle 812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7" name="Rectangle 812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8" name="Rectangle 812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9" name="Rectangle 812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0" name="Rectangle 812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8" name="Groupe 8077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8079" name="Rectangle 807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0" name="Rectangle 807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1" name="Rectangle 808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2" name="Rectangle 808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3" name="Rectangle 808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4" name="Rectangle 808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5" name="Rectangle 808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6" name="Rectangle 808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7" name="Rectangle 808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8" name="Rectangle 808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9" name="Rectangle 808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0" name="Rectangle 808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1" name="Rectangle 809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2" name="Rectangle 809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3" name="Rectangle 809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4" name="Rectangle 809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5" name="Rectangle 809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6" name="Rectangle 809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7" name="Rectangle 809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8" name="Rectangle 809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9" name="Rectangle 809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0" name="Rectangle 809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1" name="Rectangle 810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2" name="Rectangle 810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3" name="Rectangle 810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4" name="Rectangle 810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8391" name="Groupe 8390"/>
          <p:cNvGrpSpPr/>
          <p:nvPr userDrawn="1"/>
        </p:nvGrpSpPr>
        <p:grpSpPr>
          <a:xfrm>
            <a:off x="778021" y="5671551"/>
            <a:ext cx="10793490" cy="900000"/>
            <a:chOff x="577340" y="118070"/>
            <a:chExt cx="10793490" cy="979831"/>
          </a:xfrm>
        </p:grpSpPr>
        <p:grpSp>
          <p:nvGrpSpPr>
            <p:cNvPr id="8392" name="Groupe 839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690" name="Rectangle 868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1" name="Rectangle 869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2" name="Rectangle 869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3" name="Rectangle 869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4" name="Rectangle 869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5" name="Rectangle 869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6" name="Rectangle 869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7" name="Rectangle 869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8" name="Rectangle 869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9" name="Rectangle 869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0" name="Rectangle 869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1" name="Rectangle 870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2" name="Rectangle 870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3" name="Rectangle 870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4" name="Rectangle 870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5" name="Rectangle 870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6" name="Rectangle 870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7" name="Rectangle 870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8" name="Rectangle 870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9" name="Rectangle 870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0" name="Rectangle 870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1" name="Rectangle 871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2" name="Rectangle 871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3" name="Rectangle 871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4" name="Rectangle 871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5" name="Rectangle 871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3" name="Groupe 839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664" name="Rectangle 86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5" name="Rectangle 86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6" name="Rectangle 86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7" name="Rectangle 86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8" name="Rectangle 86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9" name="Rectangle 86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0" name="Rectangle 86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1" name="Rectangle 86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2" name="Rectangle 86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3" name="Rectangle 86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4" name="Rectangle 86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5" name="Rectangle 86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6" name="Rectangle 86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7" name="Rectangle 86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8" name="Rectangle 86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9" name="Rectangle 86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0" name="Rectangle 86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1" name="Rectangle 86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2" name="Rectangle 86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3" name="Rectangle 86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4" name="Rectangle 86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5" name="Rectangle 86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6" name="Rectangle 86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7" name="Rectangle 86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8" name="Rectangle 86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9" name="Rectangle 86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4" name="Groupe 839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8638" name="Rectangle 863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9" name="Rectangle 863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0" name="Rectangle 863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1" name="Rectangle 864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2" name="Rectangle 864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3" name="Rectangle 864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4" name="Rectangle 864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5" name="Rectangle 864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6" name="Rectangle 864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7" name="Rectangle 864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8" name="Rectangle 864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9" name="Rectangle 864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0" name="Rectangle 864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1" name="Rectangle 865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2" name="Rectangle 865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3" name="Rectangle 865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4" name="Rectangle 865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5" name="Rectangle 865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6" name="Rectangle 865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7" name="Rectangle 865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8" name="Rectangle 865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9" name="Rectangle 865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0" name="Rectangle 865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1" name="Rectangle 866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2" name="Rectangle 866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3" name="Rectangle 866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5" name="Groupe 839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8612" name="Rectangle 861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3" name="Rectangle 861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4" name="Rectangle 861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5" name="Rectangle 861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6" name="Rectangle 861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7" name="Rectangle 861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8" name="Rectangle 861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9" name="Rectangle 861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0" name="Rectangle 861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1" name="Rectangle 862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2" name="Rectangle 862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3" name="Rectangle 862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4" name="Rectangle 862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5" name="Rectangle 862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6" name="Rectangle 862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7" name="Rectangle 862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8" name="Rectangle 862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9" name="Rectangle 862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0" name="Rectangle 862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1" name="Rectangle 863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2" name="Rectangle 863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3" name="Rectangle 863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4" name="Rectangle 863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5" name="Rectangle 863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6" name="Rectangle 863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7" name="Rectangle 863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6" name="Groupe 839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8586" name="Rectangle 858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7" name="Rectangle 858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8" name="Rectangle 858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9" name="Rectangle 858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0" name="Rectangle 858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1" name="Rectangle 859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2" name="Rectangle 859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3" name="Rectangle 859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4" name="Rectangle 859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5" name="Rectangle 859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6" name="Rectangle 859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7" name="Rectangle 859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8" name="Rectangle 859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9" name="Rectangle 859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0" name="Rectangle 859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1" name="Rectangle 860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2" name="Rectangle 860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3" name="Rectangle 860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4" name="Rectangle 860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5" name="Rectangle 860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6" name="Rectangle 860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7" name="Rectangle 860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8" name="Rectangle 860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9" name="Rectangle 860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0" name="Rectangle 860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1" name="Rectangle 861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7" name="Groupe 839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8560" name="Rectangle 855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1" name="Rectangle 856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2" name="Rectangle 856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3" name="Rectangle 856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4" name="Rectangle 856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5" name="Rectangle 856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6" name="Rectangle 856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7" name="Rectangle 856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8" name="Rectangle 856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9" name="Rectangle 856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0" name="Rectangle 856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1" name="Rectangle 857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2" name="Rectangle 857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3" name="Rectangle 857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4" name="Rectangle 857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5" name="Rectangle 857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6" name="Rectangle 857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7" name="Rectangle 857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8" name="Rectangle 857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9" name="Rectangle 857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0" name="Rectangle 857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1" name="Rectangle 858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2" name="Rectangle 858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3" name="Rectangle 858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4" name="Rectangle 858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5" name="Rectangle 858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8" name="Groupe 839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8534" name="Rectangle 85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5" name="Rectangle 85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6" name="Rectangle 85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7" name="Rectangle 85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8" name="Rectangle 85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9" name="Rectangle 85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0" name="Rectangle 85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1" name="Rectangle 85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2" name="Rectangle 85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3" name="Rectangle 85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4" name="Rectangle 85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5" name="Rectangle 85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6" name="Rectangle 85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7" name="Rectangle 85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8" name="Rectangle 85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9" name="Rectangle 85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0" name="Rectangle 85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1" name="Rectangle 85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2" name="Rectangle 85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3" name="Rectangle 85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4" name="Rectangle 85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5" name="Rectangle 85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6" name="Rectangle 85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7" name="Rectangle 85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8" name="Rectangle 85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9" name="Rectangle 85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9" name="Groupe 839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8508" name="Rectangle 850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9" name="Rectangle 850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0" name="Rectangle 850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1" name="Rectangle 851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2" name="Rectangle 851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3" name="Rectangle 851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4" name="Rectangle 851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5" name="Rectangle 851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6" name="Rectangle 851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7" name="Rectangle 851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8" name="Rectangle 851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9" name="Rectangle 851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0" name="Rectangle 851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1" name="Rectangle 852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2" name="Rectangle 852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3" name="Rectangle 852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4" name="Rectangle 852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5" name="Rectangle 852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6" name="Rectangle 852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7" name="Rectangle 852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8" name="Rectangle 852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9" name="Rectangle 852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0" name="Rectangle 852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1" name="Rectangle 853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2" name="Rectangle 853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3" name="Rectangle 853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0" name="Groupe 839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8482" name="Rectangle 848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3" name="Rectangle 848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4" name="Rectangle 848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5" name="Rectangle 848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6" name="Rectangle 848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7" name="Rectangle 848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8" name="Rectangle 848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9" name="Rectangle 848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0" name="Rectangle 848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1" name="Rectangle 849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2" name="Rectangle 849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3" name="Rectangle 849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4" name="Rectangle 849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5" name="Rectangle 849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6" name="Rectangle 849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7" name="Rectangle 849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8" name="Rectangle 849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9" name="Rectangle 849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0" name="Rectangle 849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1" name="Rectangle 850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2" name="Rectangle 850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3" name="Rectangle 850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4" name="Rectangle 850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5" name="Rectangle 850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6" name="Rectangle 850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7" name="Rectangle 850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1" name="Groupe 840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8456" name="Rectangle 845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7" name="Rectangle 845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8" name="Rectangle 845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9" name="Rectangle 845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0" name="Rectangle 845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1" name="Rectangle 846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2" name="Rectangle 846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3" name="Rectangle 846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4" name="Rectangle 846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5" name="Rectangle 846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6" name="Rectangle 846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7" name="Rectangle 846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8" name="Rectangle 846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9" name="Rectangle 846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0" name="Rectangle 846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1" name="Rectangle 847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2" name="Rectangle 847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3" name="Rectangle 847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4" name="Rectangle 847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5" name="Rectangle 847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6" name="Rectangle 847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7" name="Rectangle 847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8" name="Rectangle 847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9" name="Rectangle 847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0" name="Rectangle 847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1" name="Rectangle 848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2" name="Groupe 840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8430" name="Rectangle 842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1" name="Rectangle 843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2" name="Rectangle 843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3" name="Rectangle 843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4" name="Rectangle 843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5" name="Rectangle 843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6" name="Rectangle 843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7" name="Rectangle 843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8" name="Rectangle 843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9" name="Rectangle 843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0" name="Rectangle 843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1" name="Rectangle 844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2" name="Rectangle 844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3" name="Rectangle 844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4" name="Rectangle 844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5" name="Rectangle 844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6" name="Rectangle 844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7" name="Rectangle 844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8" name="Rectangle 844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9" name="Rectangle 844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0" name="Rectangle 844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1" name="Rectangle 845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2" name="Rectangle 845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3" name="Rectangle 845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4" name="Rectangle 845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5" name="Rectangle 845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3" name="Groupe 840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8404" name="Rectangle 840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5" name="Rectangle 840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6" name="Rectangle 840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7" name="Rectangle 840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8" name="Rectangle 840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9" name="Rectangle 840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0" name="Rectangle 840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1" name="Rectangle 841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2" name="Rectangle 841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3" name="Rectangle 841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4" name="Rectangle 841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5" name="Rectangle 841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6" name="Rectangle 841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7" name="Rectangle 841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8" name="Rectangle 841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9" name="Rectangle 841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0" name="Rectangle 841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1" name="Rectangle 842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2" name="Rectangle 842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3" name="Rectangle 842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4" name="Rectangle 842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5" name="Rectangle 842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6" name="Rectangle 842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7" name="Rectangle 842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8" name="Rectangle 842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9" name="Rectangle 842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sp>
        <p:nvSpPr>
          <p:cNvPr id="7" name="Rectangle 6"/>
          <p:cNvSpPr/>
          <p:nvPr userDrawn="1"/>
        </p:nvSpPr>
        <p:spPr>
          <a:xfrm>
            <a:off x="7970520" y="5146766"/>
            <a:ext cx="3594463" cy="1421673"/>
          </a:xfrm>
          <a:prstGeom prst="rect">
            <a:avLst/>
          </a:prstGeom>
          <a:noFill/>
          <a:ln w="28575">
            <a:solidFill>
              <a:srgbClr val="FFFFFF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716" name="Rectangle 8715"/>
          <p:cNvSpPr/>
          <p:nvPr userDrawn="1"/>
        </p:nvSpPr>
        <p:spPr>
          <a:xfrm>
            <a:off x="782320" y="294640"/>
            <a:ext cx="10782663" cy="6273799"/>
          </a:xfrm>
          <a:prstGeom prst="rect">
            <a:avLst/>
          </a:prstGeom>
          <a:noFill/>
          <a:ln w="28575">
            <a:solidFill>
              <a:srgbClr val="FFFFFF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7455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EE693-BCF4-48D7-A2B0-56FD0A713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6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C4D9E-B983-4CE3-936E-209BE0466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26F4C-A6EA-4F24-9E4F-B6ABCA768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30.11.2025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25158-B9AF-49CA-9DE0-F889047A6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15310-27A2-465A-AF54-1214D1C6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1763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FB80387-6204-02CB-8272-82F311815CFE}"/>
              </a:ext>
            </a:extLst>
          </p:cNvPr>
          <p:cNvSpPr/>
          <p:nvPr userDrawn="1"/>
        </p:nvSpPr>
        <p:spPr>
          <a:xfrm>
            <a:off x="0" y="-27432"/>
            <a:ext cx="5006898" cy="6721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F47A5-8138-4329-B170-D7C28B3F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2352" y="433486"/>
            <a:ext cx="605139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4BF7F-BB80-4F7B-A52D-68EA93A70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02351" y="3429000"/>
            <a:ext cx="6051393" cy="255001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8446B-E14D-42AC-AAF0-7B9558AB9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9950-B733-4ACC-8A2E-7B3D9C3E1375}" type="datetime1">
              <a:rPr lang="fr-CH" smtClean="0"/>
              <a:t>30.11.2025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CDE79-9FE1-436F-A021-6A1EA843A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53E64-3475-428D-8926-CDDF8C36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7417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F646-A9FB-4A93-8A9B-46DFBD97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4751-BA14-45E8-BCED-91E7AF87E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258A8-CC33-437B-8DCF-27B419AFA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46D14-D529-4E54-9E51-16AE703BB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6B62-8D56-4B60-80AA-0809324CF4C8}" type="datetime1">
              <a:rPr lang="fr-CH" smtClean="0"/>
              <a:t>30.11.2025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4E879-7EF1-4667-B24D-6D591C30D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B0638-B95A-4907-9548-42F7288C5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5352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4A655-9569-4DC1-90B1-EA5F4DFF1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99532-B16E-4262-93AB-DA9591C53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0E7BC-1050-43D6-AD7F-9DA4614A3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90C07-1B6F-47EA-B185-9B87385C6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E861E-D731-44D6-99C1-0C29D4D8D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0E5516-B71D-4777-BD7E-34367A193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E4A1-8973-4E31-912A-AE7B9002F71C}" type="datetime1">
              <a:rPr lang="fr-CH" smtClean="0"/>
              <a:t>30.11.2025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342FC4-7CCA-4987-B401-0D3E9EFB5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EDA39A-2D00-49C3-9E0D-81ADACA7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10887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F6FFE-96D9-4B34-AEC1-E6E432A5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38A47B-348E-4902-A87A-5EAEB9AE8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A360E-15A7-4124-8C47-0E1CAA663EE5}" type="datetime1">
              <a:rPr lang="fr-CH" smtClean="0"/>
              <a:t>30.11.2025</a:t>
            </a:fld>
            <a:endParaRPr lang="fr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8803C-BEDB-4D78-950D-026F72A3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95347-B981-4BE4-8FD5-E37C83D9D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17253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CB548C2-6056-48FA-CA0F-1E89E3CC61AB}"/>
              </a:ext>
            </a:extLst>
          </p:cNvPr>
          <p:cNvSpPr/>
          <p:nvPr userDrawn="1"/>
        </p:nvSpPr>
        <p:spPr>
          <a:xfrm>
            <a:off x="1985847" y="769434"/>
            <a:ext cx="8220307" cy="5263376"/>
          </a:xfrm>
          <a:prstGeom prst="rect">
            <a:avLst/>
          </a:prstGeom>
          <a:solidFill>
            <a:srgbClr val="B5676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D1A69-7E2E-412F-8ABF-C8274AE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07751" y="0"/>
            <a:ext cx="2743200" cy="365125"/>
          </a:xfrm>
        </p:spPr>
        <p:txBody>
          <a:bodyPr/>
          <a:lstStyle/>
          <a:p>
            <a:fld id="{56521061-0D93-4B81-83F1-CB9B8348BCE1}" type="datetime1">
              <a:rPr lang="fr-CH" smtClean="0"/>
              <a:t>30.11.2025</a:t>
            </a:fld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2C82F-D3B0-4913-8738-1BE63A85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58BDA6-52D9-C1EB-6227-61C9369D9049}"/>
              </a:ext>
            </a:extLst>
          </p:cNvPr>
          <p:cNvSpPr/>
          <p:nvPr userDrawn="1"/>
        </p:nvSpPr>
        <p:spPr>
          <a:xfrm>
            <a:off x="1546303" y="1067649"/>
            <a:ext cx="9099395" cy="1115122"/>
          </a:xfrm>
          <a:prstGeom prst="rect">
            <a:avLst/>
          </a:prstGeom>
          <a:solidFill>
            <a:srgbClr val="D3BCB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CH" sz="5600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aytona Light" panose="020B0604020202020204" pitchFamily="34" charset="0"/>
                <a:cs typeface="Helvetica" panose="020B0604020202020204" pitchFamily="34" charset="0"/>
              </a:rPr>
              <a:t>LE PROBLÈME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921C8FD-113E-8BFB-A142-B44E3B292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29138" y="2297150"/>
            <a:ext cx="8196788" cy="3409563"/>
          </a:xfrm>
        </p:spPr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C1E8FF-F703-137A-1F3B-552D8AD97F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6200" y="6356350"/>
            <a:ext cx="4441825" cy="365125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230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D1A69-7E2E-412F-8ABF-C8274AE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6DC1A-D182-42A9-B8B5-3B898D32CB50}" type="datetime1">
              <a:rPr lang="fr-CH" smtClean="0"/>
              <a:t>30.11.2025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1DFA6-2D7D-48AB-895A-E117810E4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2C82F-D3B0-4913-8738-1BE63A85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2257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7EF89-D126-4FE9-A85E-FC417B63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F461E-3D4A-4F92-997C-9E6D7D88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1EF0B-176D-4351-A2A2-7CB8BACC1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9F0C0-4F88-4D64-93D1-95E1C15F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C7AB-CC60-49A6-B32D-7EF99A202370}" type="datetime1">
              <a:rPr lang="fr-CH" smtClean="0"/>
              <a:t>30.11.2025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75FB2-C8B7-48DC-BFAA-0D39A3DE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AD880-A5FE-415B-8EA9-FD08E178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15178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9679-CF50-46BE-8BDB-C7E61C307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E55319-8DC7-45B1-900D-E649D1B00B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3FDFC-1E7F-4BE6-BCAF-A729CD625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A519E-41CD-4F53-9DD3-A6AC86BB5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B6F17-CB18-4F9A-8BBB-A8E031E4D57C}" type="datetime1">
              <a:rPr lang="fr-CH" smtClean="0"/>
              <a:t>30.11.2025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66A08-2B1A-43DF-ADB1-1DF388F1C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59EA7-AD92-4B24-88FA-6D02A7DED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04564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ABC7-1652-4289-8CE3-657D09F8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5BAA7-152F-420A-9931-8814A3938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894CC-EF76-402A-AF0B-12E652843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30C0C-7588-4082-B618-69188074804F}" type="datetime1">
              <a:rPr lang="fr-CH" smtClean="0"/>
              <a:t>30.11.2025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9E598-A738-40DC-9C3D-74413241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8E74F-AF89-4196-BA57-A56C3FBA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21446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877B9C-2A56-40C4-B057-6B40CD9E2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6C535A-CD0B-49C4-AB77-3104BF76B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1BACA-1163-4819-987F-037DDC49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D6012-C93A-4CA8-B3EA-E261566241B5}" type="datetime1">
              <a:rPr lang="fr-CH" smtClean="0"/>
              <a:t>30.11.2025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DEBA2-F6BE-4147-A731-8805FB37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A3B0E-5F75-49E1-A6FD-DDE0093C5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24307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5F7FA">
                <a:alpha val="89804"/>
              </a:srgbClr>
            </a:gs>
            <a:gs pos="100000">
              <a:srgbClr val="F5F7FA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09ED7-AE38-4460-A0D6-A9B7118A4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219C7-FBDA-4B2A-B02F-17797A3D9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655C9-6EAC-4EDB-A742-619ED6F9E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356E8D19-C006-4054-B5E5-6DC5889B944F}" type="datetime1">
              <a:rPr lang="fr-CH" smtClean="0"/>
              <a:pPr/>
              <a:t>30.11.2025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EB6B0-18DC-4318-94C8-083DCC617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D7902-F4A4-4E29-84B2-EE8B4E9C26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D8134CE5-34C2-4E1A-BD32-3DE8831B36D6}" type="slidenum">
              <a:rPr lang="fr-CH" smtClean="0"/>
              <a:pPr/>
              <a:t>‹N°›</a:t>
            </a:fld>
            <a:r>
              <a:rPr lang="fr-CH"/>
              <a:t>/Total</a:t>
            </a:r>
          </a:p>
        </p:txBody>
      </p:sp>
      <p:sp>
        <p:nvSpPr>
          <p:cNvPr id="8" name="PB">
            <a:extLst>
              <a:ext uri="{FF2B5EF4-FFF2-40B4-BE49-F238E27FC236}">
                <a16:creationId xmlns:a16="http://schemas.microsoft.com/office/drawing/2014/main" id="{1052F75B-C0EB-567D-73FC-C1B262D76770}"/>
              </a:ext>
            </a:extLst>
          </p:cNvPr>
          <p:cNvSpPr/>
          <p:nvPr userDrawn="1"/>
        </p:nvSpPr>
        <p:spPr>
          <a:xfrm>
            <a:off x="0" y="6702552"/>
            <a:ext cx="12192000" cy="292608"/>
          </a:xfrm>
          <a:prstGeom prst="rect">
            <a:avLst/>
          </a:prstGeom>
          <a:solidFill>
            <a:schemeClr val="tx1">
              <a:alpha val="3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7" name="Image 7">
            <a:extLst>
              <a:ext uri="{FF2B5EF4-FFF2-40B4-BE49-F238E27FC236}">
                <a16:creationId xmlns:a16="http://schemas.microsoft.com/office/drawing/2014/main" id="{3F0A1181-D7E7-B3DC-C56C-188A43C4CD6C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580786" y="2902192"/>
            <a:ext cx="1903346" cy="459519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F56A3F54-2B1D-63AD-E103-C28D42FEFD09}"/>
              </a:ext>
            </a:extLst>
          </p:cNvPr>
          <p:cNvCxnSpPr>
            <a:cxnSpLocks/>
          </p:cNvCxnSpPr>
          <p:nvPr userDrawn="1"/>
        </p:nvCxnSpPr>
        <p:spPr>
          <a:xfrm flipH="1">
            <a:off x="713361" y="365125"/>
            <a:ext cx="5195" cy="6249989"/>
          </a:xfrm>
          <a:prstGeom prst="line">
            <a:avLst/>
          </a:prstGeom>
          <a:ln w="19050" cap="rnd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2428D2-BBF5-61C6-C54D-89D900B9B794}"/>
              </a:ext>
            </a:extLst>
          </p:cNvPr>
          <p:cNvSpPr txBox="1"/>
          <p:nvPr userDrawn="1"/>
        </p:nvSpPr>
        <p:spPr>
          <a:xfrm rot="16200000">
            <a:off x="-421424" y="704741"/>
            <a:ext cx="1771434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fr-CH" sz="3600">
                <a:solidFill>
                  <a:schemeClr val="accent2">
                    <a:lumMod val="75000"/>
                  </a:schemeClr>
                </a:solidFill>
              </a:rPr>
              <a:t>183</a:t>
            </a:r>
          </a:p>
        </p:txBody>
      </p:sp>
    </p:spTree>
    <p:extLst>
      <p:ext uri="{BB962C8B-B14F-4D97-AF65-F5344CB8AC3E}">
        <p14:creationId xmlns:p14="http://schemas.microsoft.com/office/powerpoint/2010/main" val="6618220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2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600" b="1" kern="1200">
          <a:solidFill>
            <a:srgbClr val="004595"/>
          </a:solidFill>
          <a:effectLst/>
          <a:latin typeface="Century Gothic" panose="020B0502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Audit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40A947F5-07F9-3FC1-2C00-19E7F6999277}"/>
              </a:ext>
            </a:extLst>
          </p:cNvPr>
          <p:cNvSpPr/>
          <p:nvPr/>
        </p:nvSpPr>
        <p:spPr>
          <a:xfrm>
            <a:off x="0" y="6705600"/>
            <a:ext cx="468923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54359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objectifs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A la fin de la journée, vous serez capables de :</a:t>
            </a: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Cloisonner une base de données MySQL</a:t>
            </a: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5177411A-8E84-78CB-6B12-463C8B46B47E}"/>
              </a:ext>
            </a:extLst>
          </p:cNvPr>
          <p:cNvSpPr/>
          <p:nvPr/>
        </p:nvSpPr>
        <p:spPr>
          <a:xfrm>
            <a:off x="0" y="6705600"/>
            <a:ext cx="937846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7915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objectifs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A la fin de la journée, vous serez capables de :</a:t>
            </a: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entury Gothic" panose="020B0502020202020204" pitchFamily="34" charset="0"/>
              </a:rPr>
              <a:t>Cloisonner une base de données MySQL</a:t>
            </a:r>
          </a:p>
          <a:p>
            <a:r>
              <a:rPr lang="fr-CH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Implémenter votre mécanisme d’audit dans une base de données MySQL à l’aide de procédures stockées</a:t>
            </a: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5177411A-8E84-78CB-6B12-463C8B46B47E}"/>
              </a:ext>
            </a:extLst>
          </p:cNvPr>
          <p:cNvSpPr/>
          <p:nvPr/>
        </p:nvSpPr>
        <p:spPr>
          <a:xfrm>
            <a:off x="0" y="6705600"/>
            <a:ext cx="937846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78251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objectifs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A la fin de la journée, vous serez capables de :</a:t>
            </a: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r>
              <a:rPr lang="fr-CH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entury Gothic" panose="020B0502020202020204" pitchFamily="34" charset="0"/>
              </a:rPr>
              <a:t>Cloisonner une base de données MySQL</a:t>
            </a:r>
          </a:p>
          <a:p>
            <a:r>
              <a:rPr lang="fr-CH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entury Gothic" panose="020B0502020202020204" pitchFamily="34" charset="0"/>
              </a:rPr>
              <a:t>Implémenter votre mécanisme d’audit dans une base de données MySQL à l’aide de procédures stockées</a:t>
            </a:r>
          </a:p>
          <a:p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Construire des vues dans MySQL</a:t>
            </a: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5177411A-8E84-78CB-6B12-463C8B46B47E}"/>
              </a:ext>
            </a:extLst>
          </p:cNvPr>
          <p:cNvSpPr/>
          <p:nvPr/>
        </p:nvSpPr>
        <p:spPr>
          <a:xfrm>
            <a:off x="0" y="6705600"/>
            <a:ext cx="937846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92816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objectifs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A la fin des activités, vous serez capables de :</a:t>
            </a: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r>
              <a:rPr lang="fr-CH" dirty="0">
                <a:effectLst/>
                <a:latin typeface="Century Gothic" panose="020B0502020202020204" pitchFamily="34" charset="0"/>
              </a:rPr>
              <a:t>Cloisonner une base de données MySQL</a:t>
            </a:r>
          </a:p>
          <a:p>
            <a:r>
              <a:rPr lang="fr-CH" dirty="0">
                <a:effectLst/>
                <a:latin typeface="Century Gothic" panose="020B0502020202020204" pitchFamily="34" charset="0"/>
              </a:rPr>
              <a:t>Implémenter votre mécanisme d’audit dans une base de données MySQL à l’aide de procédures stockées</a:t>
            </a:r>
          </a:p>
          <a:p>
            <a:r>
              <a:rPr lang="fr-CH" dirty="0">
                <a:effectLst/>
                <a:latin typeface="Century Gothic" panose="020B0502020202020204" pitchFamily="34" charset="0"/>
              </a:rPr>
              <a:t>Construire des vues dans MySQL</a:t>
            </a: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5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5177411A-8E84-78CB-6B12-463C8B46B47E}"/>
              </a:ext>
            </a:extLst>
          </p:cNvPr>
          <p:cNvSpPr/>
          <p:nvPr/>
        </p:nvSpPr>
        <p:spPr>
          <a:xfrm>
            <a:off x="0" y="6705600"/>
            <a:ext cx="937846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16481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LES VUES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PB">
            <a:extLst>
              <a:ext uri="{FF2B5EF4-FFF2-40B4-BE49-F238E27FC236}">
                <a16:creationId xmlns:a16="http://schemas.microsoft.com/office/drawing/2014/main" id="{E45193E4-8289-DF64-3B10-391E983D09DA}"/>
              </a:ext>
            </a:extLst>
          </p:cNvPr>
          <p:cNvSpPr/>
          <p:nvPr/>
        </p:nvSpPr>
        <p:spPr>
          <a:xfrm>
            <a:off x="0" y="6705600"/>
            <a:ext cx="1406769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18993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De base…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7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662333" y="4963163"/>
            <a:ext cx="3231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err="1">
                <a:solidFill>
                  <a:schemeClr val="bg1"/>
                </a:solidFill>
              </a:rPr>
              <a:t>Database</a:t>
            </a:r>
            <a:r>
              <a:rPr lang="fr-CH" sz="3600">
                <a:solidFill>
                  <a:schemeClr val="bg1"/>
                </a:solidFill>
              </a:rPr>
              <a:t> 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1E3C16DA-DE0E-EF4F-8088-B4E898E686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9797" y="3268040"/>
            <a:ext cx="1896533" cy="189653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60D13E-1862-F4D9-7F52-17D673C742F7}"/>
              </a:ext>
            </a:extLst>
          </p:cNvPr>
          <p:cNvCxnSpPr/>
          <p:nvPr/>
        </p:nvCxnSpPr>
        <p:spPr>
          <a:xfrm>
            <a:off x="3695700" y="3429000"/>
            <a:ext cx="4508500" cy="660400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40D2A4-B3BA-1CEB-EA78-5B6F52426CEE}"/>
              </a:ext>
            </a:extLst>
          </p:cNvPr>
          <p:cNvCxnSpPr>
            <a:cxnSpLocks/>
          </p:cNvCxnSpPr>
          <p:nvPr/>
        </p:nvCxnSpPr>
        <p:spPr>
          <a:xfrm flipH="1" flipV="1">
            <a:off x="3619500" y="4047059"/>
            <a:ext cx="4394030" cy="916104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FC7BC4F-ADF4-7A6E-DF31-0D8DF800C7B9}"/>
              </a:ext>
            </a:extLst>
          </p:cNvPr>
          <p:cNvSpPr txBox="1"/>
          <p:nvPr/>
        </p:nvSpPr>
        <p:spPr>
          <a:xfrm>
            <a:off x="3647722" y="2832362"/>
            <a:ext cx="4421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Requête sur des tables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A54168-1D75-A3A8-C25B-FE0A4B6995E6}"/>
              </a:ext>
            </a:extLst>
          </p:cNvPr>
          <p:cNvSpPr txBox="1"/>
          <p:nvPr/>
        </p:nvSpPr>
        <p:spPr>
          <a:xfrm>
            <a:off x="4205113" y="4469229"/>
            <a:ext cx="1793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Réponse</a:t>
            </a:r>
          </a:p>
        </p:txBody>
      </p:sp>
      <p:sp>
        <p:nvSpPr>
          <p:cNvPr id="20" name="PB">
            <a:extLst>
              <a:ext uri="{FF2B5EF4-FFF2-40B4-BE49-F238E27FC236}">
                <a16:creationId xmlns:a16="http://schemas.microsoft.com/office/drawing/2014/main" id="{C9DF20A0-4011-28B3-40A6-E4DEDA3643D4}"/>
              </a:ext>
            </a:extLst>
          </p:cNvPr>
          <p:cNvSpPr/>
          <p:nvPr/>
        </p:nvSpPr>
        <p:spPr>
          <a:xfrm>
            <a:off x="0" y="6705600"/>
            <a:ext cx="1875692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9870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BRAINSTORM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Quel est le problème de base rencontré ?</a:t>
            </a:r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8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329C3ADC-8DEC-559C-E11C-25D58220A17F}"/>
              </a:ext>
            </a:extLst>
          </p:cNvPr>
          <p:cNvSpPr/>
          <p:nvPr/>
        </p:nvSpPr>
        <p:spPr>
          <a:xfrm>
            <a:off x="0" y="6705600"/>
            <a:ext cx="2344615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98522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9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1C964E1-726C-D373-1B8D-F57342BDE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456642"/>
              </p:ext>
            </p:extLst>
          </p:nvPr>
        </p:nvGraphicFramePr>
        <p:xfrm>
          <a:off x="909850" y="1799166"/>
          <a:ext cx="3128748" cy="2017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916">
                  <a:extLst>
                    <a:ext uri="{9D8B030D-6E8A-4147-A177-3AD203B41FA5}">
                      <a16:colId xmlns:a16="http://schemas.microsoft.com/office/drawing/2014/main" val="474789408"/>
                    </a:ext>
                  </a:extLst>
                </a:gridCol>
                <a:gridCol w="1042916">
                  <a:extLst>
                    <a:ext uri="{9D8B030D-6E8A-4147-A177-3AD203B41FA5}">
                      <a16:colId xmlns:a16="http://schemas.microsoft.com/office/drawing/2014/main" val="421622935"/>
                    </a:ext>
                  </a:extLst>
                </a:gridCol>
                <a:gridCol w="1042916">
                  <a:extLst>
                    <a:ext uri="{9D8B030D-6E8A-4147-A177-3AD203B41FA5}">
                      <a16:colId xmlns:a16="http://schemas.microsoft.com/office/drawing/2014/main" val="2176225863"/>
                    </a:ext>
                  </a:extLst>
                </a:gridCol>
              </a:tblGrid>
              <a:tr h="570116">
                <a:tc>
                  <a:txBody>
                    <a:bodyPr/>
                    <a:lstStyle/>
                    <a:p>
                      <a:r>
                        <a:rPr lang="fr-CH" err="1">
                          <a:solidFill>
                            <a:schemeClr val="bg1"/>
                          </a:solidFill>
                        </a:rPr>
                        <a:t>idCustomer</a:t>
                      </a:r>
                      <a:endParaRPr lang="fr-CH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err="1">
                          <a:solidFill>
                            <a:schemeClr val="bg1"/>
                          </a:solidFill>
                        </a:rPr>
                        <a:t>cusName</a:t>
                      </a:r>
                      <a:endParaRPr lang="fr-CH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err="1">
                          <a:solidFill>
                            <a:schemeClr val="bg1"/>
                          </a:solidFill>
                        </a:rPr>
                        <a:t>fk_country</a:t>
                      </a:r>
                      <a:endParaRPr lang="fr-CH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563612"/>
                  </a:ext>
                </a:extLst>
              </a:tr>
              <a:tr h="459073">
                <a:tc>
                  <a:txBody>
                    <a:bodyPr/>
                    <a:lstStyle/>
                    <a:p>
                      <a:r>
                        <a:rPr lang="fr-CH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616891"/>
                  </a:ext>
                </a:extLst>
              </a:tr>
              <a:tr h="459073">
                <a:tc>
                  <a:txBody>
                    <a:bodyPr/>
                    <a:lstStyle/>
                    <a:p>
                      <a:r>
                        <a:rPr lang="fr-CH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Sarah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202302"/>
                  </a:ext>
                </a:extLst>
              </a:tr>
              <a:tr h="459073">
                <a:tc>
                  <a:txBody>
                    <a:bodyPr/>
                    <a:lstStyle/>
                    <a:p>
                      <a:r>
                        <a:rPr lang="fr-CH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Louis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02751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E907803-D182-C86C-3EB2-B98BC0E6B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456653"/>
              </p:ext>
            </p:extLst>
          </p:nvPr>
        </p:nvGraphicFramePr>
        <p:xfrm>
          <a:off x="909851" y="4090460"/>
          <a:ext cx="2670032" cy="2036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016">
                  <a:extLst>
                    <a:ext uri="{9D8B030D-6E8A-4147-A177-3AD203B41FA5}">
                      <a16:colId xmlns:a16="http://schemas.microsoft.com/office/drawing/2014/main" val="474789408"/>
                    </a:ext>
                  </a:extLst>
                </a:gridCol>
                <a:gridCol w="1335016">
                  <a:extLst>
                    <a:ext uri="{9D8B030D-6E8A-4147-A177-3AD203B41FA5}">
                      <a16:colId xmlns:a16="http://schemas.microsoft.com/office/drawing/2014/main" val="421622935"/>
                    </a:ext>
                  </a:extLst>
                </a:gridCol>
              </a:tblGrid>
              <a:tr h="509059">
                <a:tc>
                  <a:txBody>
                    <a:bodyPr/>
                    <a:lstStyle/>
                    <a:p>
                      <a:r>
                        <a:rPr lang="fr-CH" err="1">
                          <a:solidFill>
                            <a:schemeClr val="bg1"/>
                          </a:solidFill>
                        </a:rPr>
                        <a:t>idCountry</a:t>
                      </a:r>
                      <a:endParaRPr lang="fr-CH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err="1">
                          <a:solidFill>
                            <a:schemeClr val="bg1"/>
                          </a:solidFill>
                        </a:rPr>
                        <a:t>couName</a:t>
                      </a:r>
                      <a:endParaRPr lang="fr-CH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563612"/>
                  </a:ext>
                </a:extLst>
              </a:tr>
              <a:tr h="509059">
                <a:tc>
                  <a:txBody>
                    <a:bodyPr/>
                    <a:lstStyle/>
                    <a:p>
                      <a:r>
                        <a:rPr lang="fr-CH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Suisse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616891"/>
                  </a:ext>
                </a:extLst>
              </a:tr>
              <a:tr h="509059">
                <a:tc>
                  <a:txBody>
                    <a:bodyPr/>
                    <a:lstStyle/>
                    <a:p>
                      <a:r>
                        <a:rPr lang="fr-CH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France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202302"/>
                  </a:ext>
                </a:extLst>
              </a:tr>
              <a:tr h="509059">
                <a:tc>
                  <a:txBody>
                    <a:bodyPr/>
                    <a:lstStyle/>
                    <a:p>
                      <a:r>
                        <a:rPr lang="fr-CH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Italie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027519"/>
                  </a:ext>
                </a:extLst>
              </a:tr>
            </a:tbl>
          </a:graphicData>
        </a:graphic>
      </p:graphicFrame>
      <p:sp>
        <p:nvSpPr>
          <p:cNvPr id="15" name="Explosion: 14 Points 14">
            <a:extLst>
              <a:ext uri="{FF2B5EF4-FFF2-40B4-BE49-F238E27FC236}">
                <a16:creationId xmlns:a16="http://schemas.microsoft.com/office/drawing/2014/main" id="{3650B015-02E6-1527-6D76-FE9F16958B9E}"/>
              </a:ext>
            </a:extLst>
          </p:cNvPr>
          <p:cNvSpPr/>
          <p:nvPr/>
        </p:nvSpPr>
        <p:spPr>
          <a:xfrm>
            <a:off x="4640335" y="2744788"/>
            <a:ext cx="2198902" cy="2160588"/>
          </a:xfrm>
          <a:prstGeom prst="irregularSeal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err="1"/>
              <a:t>Create</a:t>
            </a:r>
            <a:r>
              <a:rPr lang="fr-CH"/>
              <a:t> </a:t>
            </a:r>
            <a:r>
              <a:rPr lang="fr-CH" err="1"/>
              <a:t>View</a:t>
            </a:r>
            <a:endParaRPr lang="fr-CH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B673EF-0261-0B32-7E0D-C8509E150414}"/>
              </a:ext>
            </a:extLst>
          </p:cNvPr>
          <p:cNvCxnSpPr>
            <a:cxnSpLocks/>
          </p:cNvCxnSpPr>
          <p:nvPr/>
        </p:nvCxnSpPr>
        <p:spPr>
          <a:xfrm>
            <a:off x="4191000" y="2921000"/>
            <a:ext cx="723899" cy="508000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AF2829A-FAAD-D8E5-BF7D-8B9CA890D52A}"/>
              </a:ext>
            </a:extLst>
          </p:cNvPr>
          <p:cNvCxnSpPr>
            <a:cxnSpLocks/>
          </p:cNvCxnSpPr>
          <p:nvPr/>
        </p:nvCxnSpPr>
        <p:spPr>
          <a:xfrm flipV="1">
            <a:off x="3797300" y="4483100"/>
            <a:ext cx="933448" cy="698500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5D1DF22-2E8B-03D1-393C-9012726E8BD1}"/>
              </a:ext>
            </a:extLst>
          </p:cNvPr>
          <p:cNvCxnSpPr>
            <a:cxnSpLocks/>
          </p:cNvCxnSpPr>
          <p:nvPr/>
        </p:nvCxnSpPr>
        <p:spPr>
          <a:xfrm flipV="1">
            <a:off x="6666272" y="3825082"/>
            <a:ext cx="437247" cy="50535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D15487A9-7736-23E0-B6A2-4520D370C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325443"/>
              </p:ext>
            </p:extLst>
          </p:nvPr>
        </p:nvGraphicFramePr>
        <p:xfrm>
          <a:off x="7288572" y="2744788"/>
          <a:ext cx="3922500" cy="1947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00">
                  <a:extLst>
                    <a:ext uri="{9D8B030D-6E8A-4147-A177-3AD203B41FA5}">
                      <a16:colId xmlns:a16="http://schemas.microsoft.com/office/drawing/2014/main" val="474789408"/>
                    </a:ext>
                  </a:extLst>
                </a:gridCol>
                <a:gridCol w="1307500">
                  <a:extLst>
                    <a:ext uri="{9D8B030D-6E8A-4147-A177-3AD203B41FA5}">
                      <a16:colId xmlns:a16="http://schemas.microsoft.com/office/drawing/2014/main" val="421622935"/>
                    </a:ext>
                  </a:extLst>
                </a:gridCol>
                <a:gridCol w="1307500">
                  <a:extLst>
                    <a:ext uri="{9D8B030D-6E8A-4147-A177-3AD203B41FA5}">
                      <a16:colId xmlns:a16="http://schemas.microsoft.com/office/drawing/2014/main" val="2176225863"/>
                    </a:ext>
                  </a:extLst>
                </a:gridCol>
              </a:tblGrid>
              <a:tr h="570116">
                <a:tc>
                  <a:txBody>
                    <a:bodyPr/>
                    <a:lstStyle/>
                    <a:p>
                      <a:r>
                        <a:rPr lang="fr-CH" err="1">
                          <a:solidFill>
                            <a:schemeClr val="bg1"/>
                          </a:solidFill>
                        </a:rPr>
                        <a:t>idCustomer</a:t>
                      </a:r>
                      <a:endParaRPr lang="fr-CH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err="1">
                          <a:solidFill>
                            <a:schemeClr val="bg1"/>
                          </a:solidFill>
                        </a:rPr>
                        <a:t>cusName</a:t>
                      </a:r>
                      <a:endParaRPr lang="fr-CH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err="1">
                          <a:solidFill>
                            <a:schemeClr val="bg1"/>
                          </a:solidFill>
                        </a:rPr>
                        <a:t>couName</a:t>
                      </a:r>
                      <a:endParaRPr lang="fr-CH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563612"/>
                  </a:ext>
                </a:extLst>
              </a:tr>
              <a:tr h="459073">
                <a:tc>
                  <a:txBody>
                    <a:bodyPr/>
                    <a:lstStyle/>
                    <a:p>
                      <a:r>
                        <a:rPr lang="fr-CH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Suisse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616891"/>
                  </a:ext>
                </a:extLst>
              </a:tr>
              <a:tr h="459073">
                <a:tc>
                  <a:txBody>
                    <a:bodyPr/>
                    <a:lstStyle/>
                    <a:p>
                      <a:r>
                        <a:rPr lang="fr-CH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Sarah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Suisse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202302"/>
                  </a:ext>
                </a:extLst>
              </a:tr>
              <a:tr h="459073">
                <a:tc>
                  <a:txBody>
                    <a:bodyPr/>
                    <a:lstStyle/>
                    <a:p>
                      <a:r>
                        <a:rPr lang="fr-CH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Louis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Italie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027519"/>
                  </a:ext>
                </a:extLst>
              </a:tr>
            </a:tbl>
          </a:graphicData>
        </a:graphic>
      </p:graphicFrame>
      <p:sp>
        <p:nvSpPr>
          <p:cNvPr id="29" name="PB">
            <a:extLst>
              <a:ext uri="{FF2B5EF4-FFF2-40B4-BE49-F238E27FC236}">
                <a16:creationId xmlns:a16="http://schemas.microsoft.com/office/drawing/2014/main" id="{0DDEDCAB-7423-ECF9-6663-2D621B9D9D8C}"/>
              </a:ext>
            </a:extLst>
          </p:cNvPr>
          <p:cNvSpPr/>
          <p:nvPr/>
        </p:nvSpPr>
        <p:spPr>
          <a:xfrm>
            <a:off x="0" y="6705600"/>
            <a:ext cx="2813539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30031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Finalement…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10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662333" y="4963163"/>
            <a:ext cx="3231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err="1">
                <a:solidFill>
                  <a:schemeClr val="bg1"/>
                </a:solidFill>
              </a:rPr>
              <a:t>Database</a:t>
            </a:r>
            <a:r>
              <a:rPr lang="fr-CH" sz="3600">
                <a:solidFill>
                  <a:schemeClr val="bg1"/>
                </a:solidFill>
              </a:rPr>
              <a:t> 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1E3C16DA-DE0E-EF4F-8088-B4E898E686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9797" y="3268040"/>
            <a:ext cx="1896533" cy="189653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60D13E-1862-F4D9-7F52-17D673C742F7}"/>
              </a:ext>
            </a:extLst>
          </p:cNvPr>
          <p:cNvCxnSpPr/>
          <p:nvPr/>
        </p:nvCxnSpPr>
        <p:spPr>
          <a:xfrm>
            <a:off x="3695700" y="3429000"/>
            <a:ext cx="4508500" cy="660400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40D2A4-B3BA-1CEB-EA78-5B6F52426CEE}"/>
              </a:ext>
            </a:extLst>
          </p:cNvPr>
          <p:cNvCxnSpPr>
            <a:cxnSpLocks/>
          </p:cNvCxnSpPr>
          <p:nvPr/>
        </p:nvCxnSpPr>
        <p:spPr>
          <a:xfrm flipH="1" flipV="1">
            <a:off x="3619500" y="4047059"/>
            <a:ext cx="4394030" cy="916104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FC7BC4F-ADF4-7A6E-DF31-0D8DF800C7B9}"/>
              </a:ext>
            </a:extLst>
          </p:cNvPr>
          <p:cNvSpPr txBox="1"/>
          <p:nvPr/>
        </p:nvSpPr>
        <p:spPr>
          <a:xfrm>
            <a:off x="3647722" y="2832362"/>
            <a:ext cx="6732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Requête sur des vues ou des tables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A54168-1D75-A3A8-C25B-FE0A4B6995E6}"/>
              </a:ext>
            </a:extLst>
          </p:cNvPr>
          <p:cNvSpPr txBox="1"/>
          <p:nvPr/>
        </p:nvSpPr>
        <p:spPr>
          <a:xfrm>
            <a:off x="4205113" y="4469229"/>
            <a:ext cx="1793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Réponse</a:t>
            </a:r>
          </a:p>
        </p:txBody>
      </p:sp>
      <p:sp>
        <p:nvSpPr>
          <p:cNvPr id="3" name="PB">
            <a:extLst>
              <a:ext uri="{FF2B5EF4-FFF2-40B4-BE49-F238E27FC236}">
                <a16:creationId xmlns:a16="http://schemas.microsoft.com/office/drawing/2014/main" id="{3114D8CD-E157-96BB-CD48-05AA4CF05321}"/>
              </a:ext>
            </a:extLst>
          </p:cNvPr>
          <p:cNvSpPr/>
          <p:nvPr/>
        </p:nvSpPr>
        <p:spPr>
          <a:xfrm>
            <a:off x="0" y="6705600"/>
            <a:ext cx="3282462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25025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Définition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b="1"/>
              <a:t>Représentation</a:t>
            </a:r>
            <a:r>
              <a:rPr lang="fr-CH"/>
              <a:t> </a:t>
            </a:r>
            <a:r>
              <a:rPr lang="fr-CH" b="1"/>
              <a:t>logique</a:t>
            </a:r>
            <a:r>
              <a:rPr lang="fr-CH"/>
              <a:t> basée sur une ou plusieurs tables</a:t>
            </a:r>
          </a:p>
          <a:p>
            <a:endParaRPr lang="fr-CH"/>
          </a:p>
          <a:p>
            <a:r>
              <a:rPr lang="fr-CH"/>
              <a:t>Caractéristiques :</a:t>
            </a:r>
          </a:p>
          <a:p>
            <a:pPr lvl="1"/>
            <a:r>
              <a:rPr lang="fr-CH"/>
              <a:t>Virtuelle</a:t>
            </a:r>
          </a:p>
          <a:p>
            <a:pPr lvl="1"/>
            <a:r>
              <a:rPr lang="fr-CH"/>
              <a:t>Simplifiée</a:t>
            </a:r>
          </a:p>
          <a:p>
            <a:pPr lvl="1"/>
            <a:r>
              <a:rPr lang="fr-CH"/>
              <a:t>Sécurisée</a:t>
            </a:r>
          </a:p>
          <a:p>
            <a:pPr lvl="1"/>
            <a:endParaRPr lang="fr-CH"/>
          </a:p>
          <a:p>
            <a:endParaRPr lang="fr-CH"/>
          </a:p>
          <a:p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11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B3D9159B-714D-735C-9DD0-43F072A7421C}"/>
              </a:ext>
            </a:extLst>
          </p:cNvPr>
          <p:cNvSpPr/>
          <p:nvPr/>
        </p:nvSpPr>
        <p:spPr>
          <a:xfrm>
            <a:off x="0" y="6705600"/>
            <a:ext cx="3751385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91934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Syntaxe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H"/>
              <a:t>Création de la vue :</a:t>
            </a:r>
          </a:p>
          <a:p>
            <a:pPr marL="0" indent="0">
              <a:buNone/>
            </a:pPr>
            <a:r>
              <a:rPr lang="fr-CH"/>
              <a:t>CREATE VIEW &lt;</a:t>
            </a:r>
            <a:r>
              <a:rPr lang="fr-CH" err="1"/>
              <a:t>nom_de_la_vue</a:t>
            </a:r>
            <a:r>
              <a:rPr lang="fr-CH"/>
              <a:t>&gt; AS &lt;SQL_STATEMENTS&gt;;</a:t>
            </a:r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r>
              <a:rPr lang="fr-CH"/>
              <a:t>Utilisation de la vue :</a:t>
            </a:r>
          </a:p>
          <a:p>
            <a:pPr marL="0" indent="0">
              <a:buNone/>
            </a:pPr>
            <a:r>
              <a:rPr lang="fr-CH"/>
              <a:t>SELECT &lt;</a:t>
            </a:r>
            <a:r>
              <a:rPr lang="fr-CH" err="1"/>
              <a:t>columns</a:t>
            </a:r>
            <a:r>
              <a:rPr lang="fr-CH"/>
              <a:t>&gt; FROM &lt;</a:t>
            </a:r>
            <a:r>
              <a:rPr lang="fr-CH" err="1"/>
              <a:t>nom_de_la_vue</a:t>
            </a:r>
            <a:r>
              <a:rPr lang="fr-CH"/>
              <a:t>&gt;,</a:t>
            </a:r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8" name="PB">
            <a:extLst>
              <a:ext uri="{FF2B5EF4-FFF2-40B4-BE49-F238E27FC236}">
                <a16:creationId xmlns:a16="http://schemas.microsoft.com/office/drawing/2014/main" id="{8C2B0894-DFF4-5585-9118-86EB920D2B79}"/>
              </a:ext>
            </a:extLst>
          </p:cNvPr>
          <p:cNvSpPr/>
          <p:nvPr/>
        </p:nvSpPr>
        <p:spPr>
          <a:xfrm>
            <a:off x="0" y="6705600"/>
            <a:ext cx="4220308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29420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Peut-on effacer ou modifier à partir d’une vue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r>
              <a:rPr lang="fr-CH"/>
              <a:t>Qu’en pensez-vous ? </a:t>
            </a:r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13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98EEFC0E-173C-7E8D-DFDE-802B785658BF}"/>
              </a:ext>
            </a:extLst>
          </p:cNvPr>
          <p:cNvSpPr/>
          <p:nvPr/>
        </p:nvSpPr>
        <p:spPr>
          <a:xfrm>
            <a:off x="0" y="6705600"/>
            <a:ext cx="46892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35094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Peut-on effacer ou modifier à partir d’une vue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r>
              <a:rPr lang="fr-CH" b="1"/>
              <a:t>Conditions nécessaires :</a:t>
            </a:r>
          </a:p>
          <a:p>
            <a:r>
              <a:rPr lang="fr-CH"/>
              <a:t>Utilisation du moteur de base de données </a:t>
            </a:r>
            <a:r>
              <a:rPr lang="fr-CH" err="1"/>
              <a:t>InnoDB</a:t>
            </a:r>
            <a:endParaRPr lang="fr-CH"/>
          </a:p>
          <a:p>
            <a:r>
              <a:rPr lang="fr-CH"/>
              <a:t>La vue doit n’impliquer qu’une seule table</a:t>
            </a:r>
          </a:p>
          <a:p>
            <a:endParaRPr lang="fr-CH"/>
          </a:p>
          <a:p>
            <a:pPr marL="0" indent="0">
              <a:buNone/>
            </a:pPr>
            <a:r>
              <a:rPr lang="fr-CH" b="1"/>
              <a:t>Remarque :</a:t>
            </a:r>
          </a:p>
          <a:p>
            <a:r>
              <a:rPr lang="fr-CH"/>
              <a:t>Plutôt une mauvaise pratique de faire du INSERT, DELETE ou du UPDATE sur une vue.</a:t>
            </a:r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14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A88FF40A-6EA3-BB35-1AA1-90C06A9474B1}"/>
              </a:ext>
            </a:extLst>
          </p:cNvPr>
          <p:cNvSpPr/>
          <p:nvPr/>
        </p:nvSpPr>
        <p:spPr>
          <a:xfrm>
            <a:off x="0" y="6705600"/>
            <a:ext cx="515815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98293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Exemple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22000" cy="4351338"/>
          </a:xfrm>
        </p:spPr>
        <p:txBody>
          <a:bodyPr/>
          <a:lstStyle/>
          <a:p>
            <a:pPr marL="0" indent="0">
              <a:buNone/>
            </a:pPr>
            <a:r>
              <a:rPr lang="fr-CH"/>
              <a:t>Création d’une vue «</a:t>
            </a:r>
            <a:r>
              <a:rPr lang="fr-CH" err="1"/>
              <a:t>v_students</a:t>
            </a:r>
            <a:r>
              <a:rPr lang="fr-CH"/>
              <a:t>» qui affiche le nom et le prénom des étudiants :</a:t>
            </a:r>
          </a:p>
          <a:p>
            <a:pPr marL="0" indent="0">
              <a:buNone/>
            </a:pPr>
            <a:r>
              <a:rPr lang="fr-CH"/>
              <a:t>CREATE VIEW </a:t>
            </a:r>
            <a:r>
              <a:rPr lang="fr-CH" err="1"/>
              <a:t>v_students</a:t>
            </a:r>
            <a:r>
              <a:rPr lang="fr-CH"/>
              <a:t> AS SELECT </a:t>
            </a:r>
            <a:r>
              <a:rPr lang="fr-CH" err="1"/>
              <a:t>stuName</a:t>
            </a:r>
            <a:r>
              <a:rPr lang="fr-CH"/>
              <a:t>, </a:t>
            </a:r>
            <a:r>
              <a:rPr lang="fr-CH" err="1"/>
              <a:t>stuFirstName</a:t>
            </a:r>
            <a:r>
              <a:rPr lang="fr-CH"/>
              <a:t> FROM </a:t>
            </a:r>
            <a:r>
              <a:rPr lang="fr-CH" err="1"/>
              <a:t>t_students</a:t>
            </a:r>
            <a:r>
              <a:rPr lang="fr-CH"/>
              <a:t>;</a:t>
            </a:r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r>
              <a:rPr lang="fr-CH"/>
              <a:t>SELECT </a:t>
            </a:r>
            <a:r>
              <a:rPr lang="fr-CH" err="1"/>
              <a:t>stuName</a:t>
            </a:r>
            <a:r>
              <a:rPr lang="fr-CH"/>
              <a:t> FROM </a:t>
            </a:r>
            <a:r>
              <a:rPr lang="fr-CH" err="1"/>
              <a:t>v_students</a:t>
            </a:r>
            <a:r>
              <a:rPr lang="fr-CH"/>
              <a:t>;</a:t>
            </a:r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15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65DEE889-1BC6-FC75-5245-A682972565B2}"/>
              </a:ext>
            </a:extLst>
          </p:cNvPr>
          <p:cNvSpPr/>
          <p:nvPr/>
        </p:nvSpPr>
        <p:spPr>
          <a:xfrm>
            <a:off x="0" y="6705600"/>
            <a:ext cx="5627077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18242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BRAINSTORM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Citons quelques avantages à l’utilisation des vues.</a:t>
            </a:r>
          </a:p>
          <a:p>
            <a:r>
              <a:rPr lang="fr-CH"/>
              <a:t>A quoi ça sert finalement ?</a:t>
            </a:r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16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81DF6F50-B2EE-EDC0-B77E-061BA3CA3C88}"/>
              </a:ext>
            </a:extLst>
          </p:cNvPr>
          <p:cNvSpPr/>
          <p:nvPr/>
        </p:nvSpPr>
        <p:spPr>
          <a:xfrm>
            <a:off x="0" y="6705600"/>
            <a:ext cx="60960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16962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Activité 1 : Création de vues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Ressources :</a:t>
            </a:r>
          </a:p>
          <a:p>
            <a:pPr lvl="1"/>
            <a:r>
              <a:rPr lang="fr-CH" dirty="0"/>
              <a:t>E-183-ALL-Views.docx</a:t>
            </a:r>
          </a:p>
          <a:p>
            <a:pPr lvl="1"/>
            <a:r>
              <a:rPr lang="fr-CH" dirty="0"/>
              <a:t>docker-views-stored-procedure.zip</a:t>
            </a:r>
          </a:p>
          <a:p>
            <a:endParaRPr lang="fr-CH" dirty="0"/>
          </a:p>
          <a:p>
            <a:r>
              <a:rPr lang="fr-CH" dirty="0"/>
              <a:t>Forme :</a:t>
            </a:r>
          </a:p>
          <a:p>
            <a:pPr lvl="1"/>
            <a:r>
              <a:rPr lang="fr-CH" dirty="0"/>
              <a:t>Temps à disposition : 45mn</a:t>
            </a:r>
          </a:p>
          <a:p>
            <a:pPr lvl="1"/>
            <a:r>
              <a:rPr lang="fr-CH" dirty="0"/>
              <a:t>Travail individuel</a:t>
            </a:r>
          </a:p>
          <a:p>
            <a:pPr lvl="1"/>
            <a:r>
              <a:rPr lang="fr-CH" dirty="0"/>
              <a:t>Auto-correction / demande individuelle</a:t>
            </a:r>
          </a:p>
          <a:p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17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1F70DB48-4132-1712-8BA9-5F3A2DC1DEB7}"/>
              </a:ext>
            </a:extLst>
          </p:cNvPr>
          <p:cNvSpPr/>
          <p:nvPr/>
        </p:nvSpPr>
        <p:spPr>
          <a:xfrm>
            <a:off x="0" y="6705600"/>
            <a:ext cx="6564923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90770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LES PROCÉDURES STOCKÉES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 err="1"/>
              <a:t>Stored</a:t>
            </a:r>
            <a:r>
              <a:rPr lang="fr-CH"/>
              <a:t> </a:t>
            </a:r>
            <a:r>
              <a:rPr lang="fr-CH" err="1"/>
              <a:t>procedures</a:t>
            </a:r>
            <a:endParaRPr lang="fr-CH"/>
          </a:p>
        </p:txBody>
      </p:sp>
      <p:sp>
        <p:nvSpPr>
          <p:cNvPr id="3" name="PB">
            <a:extLst>
              <a:ext uri="{FF2B5EF4-FFF2-40B4-BE49-F238E27FC236}">
                <a16:creationId xmlns:a16="http://schemas.microsoft.com/office/drawing/2014/main" id="{5DD4454E-77A0-0614-752A-B23A9A90EB3F}"/>
              </a:ext>
            </a:extLst>
          </p:cNvPr>
          <p:cNvSpPr/>
          <p:nvPr/>
        </p:nvSpPr>
        <p:spPr>
          <a:xfrm>
            <a:off x="0" y="6705600"/>
            <a:ext cx="7033846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35978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De base…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19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662333" y="4963163"/>
            <a:ext cx="3231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err="1">
                <a:solidFill>
                  <a:schemeClr val="bg1"/>
                </a:solidFill>
              </a:rPr>
              <a:t>Database</a:t>
            </a:r>
            <a:r>
              <a:rPr lang="fr-CH" sz="3600">
                <a:solidFill>
                  <a:schemeClr val="bg1"/>
                </a:solidFill>
              </a:rPr>
              <a:t> 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1E3C16DA-DE0E-EF4F-8088-B4E898E686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9797" y="3268040"/>
            <a:ext cx="1896533" cy="189653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60D13E-1862-F4D9-7F52-17D673C742F7}"/>
              </a:ext>
            </a:extLst>
          </p:cNvPr>
          <p:cNvCxnSpPr/>
          <p:nvPr/>
        </p:nvCxnSpPr>
        <p:spPr>
          <a:xfrm>
            <a:off x="3695700" y="3429000"/>
            <a:ext cx="4508500" cy="660400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40D2A4-B3BA-1CEB-EA78-5B6F52426CEE}"/>
              </a:ext>
            </a:extLst>
          </p:cNvPr>
          <p:cNvCxnSpPr>
            <a:cxnSpLocks/>
          </p:cNvCxnSpPr>
          <p:nvPr/>
        </p:nvCxnSpPr>
        <p:spPr>
          <a:xfrm flipH="1" flipV="1">
            <a:off x="3619500" y="4047059"/>
            <a:ext cx="4394030" cy="916104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FC7BC4F-ADF4-7A6E-DF31-0D8DF800C7B9}"/>
              </a:ext>
            </a:extLst>
          </p:cNvPr>
          <p:cNvSpPr txBox="1"/>
          <p:nvPr/>
        </p:nvSpPr>
        <p:spPr>
          <a:xfrm>
            <a:off x="4430870" y="2884270"/>
            <a:ext cx="17448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Requête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A54168-1D75-A3A8-C25B-FE0A4B6995E6}"/>
              </a:ext>
            </a:extLst>
          </p:cNvPr>
          <p:cNvSpPr txBox="1"/>
          <p:nvPr/>
        </p:nvSpPr>
        <p:spPr>
          <a:xfrm>
            <a:off x="4205113" y="4469229"/>
            <a:ext cx="1793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Réponse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EBA59-6059-8126-EB2F-FE8F685F5F30}"/>
              </a:ext>
            </a:extLst>
          </p:cNvPr>
          <p:cNvSpPr txBox="1"/>
          <p:nvPr/>
        </p:nvSpPr>
        <p:spPr>
          <a:xfrm>
            <a:off x="772634" y="5464810"/>
            <a:ext cx="4329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accent4">
                    <a:lumMod val="75000"/>
                  </a:schemeClr>
                </a:solidFill>
              </a:rPr>
              <a:t>Fonctions, procédures</a:t>
            </a:r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0CB5E72F-CC30-C6AB-1F70-C7907C8DF60A}"/>
              </a:ext>
            </a:extLst>
          </p:cNvPr>
          <p:cNvSpPr/>
          <p:nvPr/>
        </p:nvSpPr>
        <p:spPr>
          <a:xfrm>
            <a:off x="0" y="6705600"/>
            <a:ext cx="7502769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07149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Bougeons certains éléments vers le serveur de base de données…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20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662333" y="4963163"/>
            <a:ext cx="3231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err="1">
                <a:solidFill>
                  <a:schemeClr val="bg1"/>
                </a:solidFill>
              </a:rPr>
              <a:t>Database</a:t>
            </a:r>
            <a:r>
              <a:rPr lang="fr-CH" sz="3600">
                <a:solidFill>
                  <a:schemeClr val="bg1"/>
                </a:solidFill>
              </a:rPr>
              <a:t> 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1E3C16DA-DE0E-EF4F-8088-B4E898E686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9797" y="3268040"/>
            <a:ext cx="1896533" cy="189653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60D13E-1862-F4D9-7F52-17D673C742F7}"/>
              </a:ext>
            </a:extLst>
          </p:cNvPr>
          <p:cNvCxnSpPr/>
          <p:nvPr/>
        </p:nvCxnSpPr>
        <p:spPr>
          <a:xfrm>
            <a:off x="3695700" y="3429000"/>
            <a:ext cx="4508500" cy="660400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40D2A4-B3BA-1CEB-EA78-5B6F52426CEE}"/>
              </a:ext>
            </a:extLst>
          </p:cNvPr>
          <p:cNvCxnSpPr>
            <a:cxnSpLocks/>
          </p:cNvCxnSpPr>
          <p:nvPr/>
        </p:nvCxnSpPr>
        <p:spPr>
          <a:xfrm flipH="1" flipV="1">
            <a:off x="3619500" y="4047059"/>
            <a:ext cx="4394030" cy="916104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FC7BC4F-ADF4-7A6E-DF31-0D8DF800C7B9}"/>
              </a:ext>
            </a:extLst>
          </p:cNvPr>
          <p:cNvSpPr txBox="1"/>
          <p:nvPr/>
        </p:nvSpPr>
        <p:spPr>
          <a:xfrm>
            <a:off x="4430870" y="2884270"/>
            <a:ext cx="2557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Appel (CALL)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A54168-1D75-A3A8-C25B-FE0A4B6995E6}"/>
              </a:ext>
            </a:extLst>
          </p:cNvPr>
          <p:cNvSpPr txBox="1"/>
          <p:nvPr/>
        </p:nvSpPr>
        <p:spPr>
          <a:xfrm>
            <a:off x="4205113" y="4469229"/>
            <a:ext cx="1793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Réponse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EBA59-6059-8126-EB2F-FE8F685F5F30}"/>
              </a:ext>
            </a:extLst>
          </p:cNvPr>
          <p:cNvSpPr txBox="1"/>
          <p:nvPr/>
        </p:nvSpPr>
        <p:spPr>
          <a:xfrm>
            <a:off x="7529034" y="2545708"/>
            <a:ext cx="4329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accent4">
                    <a:lumMod val="75000"/>
                  </a:schemeClr>
                </a:solidFill>
              </a:rPr>
              <a:t>Fonctions, procédures</a:t>
            </a:r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B88E2EAE-0325-B385-4982-5F2F03CD523D}"/>
              </a:ext>
            </a:extLst>
          </p:cNvPr>
          <p:cNvSpPr/>
          <p:nvPr/>
        </p:nvSpPr>
        <p:spPr>
          <a:xfrm>
            <a:off x="0" y="6705600"/>
            <a:ext cx="7971692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79522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De quoi parle-t-on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Une procédure stockée est une série de commandes SQL précompilées qui sont stockées dans la base de données</a:t>
            </a: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21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E8870170-9810-F211-8C22-C257A8FE2AEC}"/>
              </a:ext>
            </a:extLst>
          </p:cNvPr>
          <p:cNvSpPr/>
          <p:nvPr/>
        </p:nvSpPr>
        <p:spPr>
          <a:xfrm>
            <a:off x="0" y="6705600"/>
            <a:ext cx="8440615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85600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Syntaxe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H"/>
              <a:t>DELIMITER // </a:t>
            </a:r>
          </a:p>
          <a:p>
            <a:pPr marL="0" indent="0">
              <a:buNone/>
            </a:pPr>
            <a:r>
              <a:rPr lang="fr-CH"/>
              <a:t>CREATE PROCEDURE &lt;</a:t>
            </a:r>
            <a:r>
              <a:rPr lang="fr-CH" err="1"/>
              <a:t>nom_de_la_procedure</a:t>
            </a:r>
            <a:r>
              <a:rPr lang="fr-CH"/>
              <a:t>&gt;([&lt;IN argument&gt;] [&lt;OUT&gt; argument]) </a:t>
            </a:r>
          </a:p>
          <a:p>
            <a:pPr marL="0" indent="0">
              <a:buNone/>
            </a:pPr>
            <a:r>
              <a:rPr lang="fr-CH"/>
              <a:t>BEGIN </a:t>
            </a:r>
          </a:p>
          <a:p>
            <a:pPr marL="0" indent="0">
              <a:buNone/>
            </a:pPr>
            <a:r>
              <a:rPr lang="fr-CH"/>
              <a:t>   &lt;instructions SQL&gt;</a:t>
            </a:r>
          </a:p>
          <a:p>
            <a:pPr marL="0" indent="0">
              <a:buNone/>
            </a:pPr>
            <a:r>
              <a:rPr lang="fr-CH"/>
              <a:t>END // </a:t>
            </a:r>
          </a:p>
          <a:p>
            <a:pPr marL="0" indent="0">
              <a:buNone/>
            </a:pPr>
            <a:r>
              <a:rPr lang="fr-CH"/>
              <a:t>DELIMITER ;</a:t>
            </a:r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8" name="PB">
            <a:extLst>
              <a:ext uri="{FF2B5EF4-FFF2-40B4-BE49-F238E27FC236}">
                <a16:creationId xmlns:a16="http://schemas.microsoft.com/office/drawing/2014/main" id="{76409C25-BC9D-055C-73AF-AA191CE52EF3}"/>
              </a:ext>
            </a:extLst>
          </p:cNvPr>
          <p:cNvSpPr/>
          <p:nvPr/>
        </p:nvSpPr>
        <p:spPr>
          <a:xfrm>
            <a:off x="0" y="6705600"/>
            <a:ext cx="8909538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09391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Syntaxe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H"/>
              <a:t>Les paramètres :</a:t>
            </a:r>
          </a:p>
          <a:p>
            <a:pPr marL="0" indent="0">
              <a:buNone/>
            </a:pPr>
            <a:endParaRPr lang="fr-CH"/>
          </a:p>
          <a:p>
            <a:r>
              <a:rPr lang="fr-CH"/>
              <a:t>IN : permet de donner une information à la </a:t>
            </a:r>
            <a:r>
              <a:rPr lang="fr-CH" err="1"/>
              <a:t>stored</a:t>
            </a:r>
            <a:r>
              <a:rPr lang="fr-CH"/>
              <a:t> </a:t>
            </a:r>
            <a:r>
              <a:rPr lang="fr-CH" err="1"/>
              <a:t>procedure</a:t>
            </a:r>
            <a:endParaRPr lang="fr-CH"/>
          </a:p>
          <a:p>
            <a:r>
              <a:rPr lang="fr-CH"/>
              <a:t>OUT : permet de récupérer une information de la </a:t>
            </a:r>
            <a:r>
              <a:rPr lang="fr-CH" err="1"/>
              <a:t>stored</a:t>
            </a:r>
            <a:r>
              <a:rPr lang="fr-CH"/>
              <a:t> </a:t>
            </a:r>
            <a:r>
              <a:rPr lang="fr-CH" err="1"/>
              <a:t>procedure</a:t>
            </a:r>
            <a:endParaRPr lang="fr-CH"/>
          </a:p>
          <a:p>
            <a:r>
              <a:rPr lang="fr-CH"/>
              <a:t>INOUT : permet de donner une information et de récupérer sa mise à jour</a:t>
            </a:r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23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6679C994-876F-9522-C9EB-C21488346478}"/>
              </a:ext>
            </a:extLst>
          </p:cNvPr>
          <p:cNvSpPr/>
          <p:nvPr/>
        </p:nvSpPr>
        <p:spPr>
          <a:xfrm>
            <a:off x="0" y="6705600"/>
            <a:ext cx="9378462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20010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Syntaxe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H"/>
              <a:t>Les paramètres :</a:t>
            </a:r>
          </a:p>
          <a:p>
            <a:pPr marL="0" indent="0">
              <a:buNone/>
            </a:pPr>
            <a:endParaRPr lang="fr-CH"/>
          </a:p>
          <a:p>
            <a:r>
              <a:rPr lang="fr-CH"/>
              <a:t>IN : permet de donner une information à la </a:t>
            </a:r>
            <a:r>
              <a:rPr lang="fr-CH" err="1"/>
              <a:t>stored</a:t>
            </a:r>
            <a:r>
              <a:rPr lang="fr-CH"/>
              <a:t> </a:t>
            </a:r>
            <a:r>
              <a:rPr lang="fr-CH" err="1"/>
              <a:t>procedure</a:t>
            </a:r>
            <a:endParaRPr lang="fr-CH"/>
          </a:p>
          <a:p>
            <a:r>
              <a:rPr lang="fr-CH"/>
              <a:t>OUT : permet de récupérer une information de la </a:t>
            </a:r>
            <a:r>
              <a:rPr lang="fr-CH" err="1"/>
              <a:t>stored</a:t>
            </a:r>
            <a:r>
              <a:rPr lang="fr-CH"/>
              <a:t> </a:t>
            </a:r>
            <a:r>
              <a:rPr lang="fr-CH" err="1"/>
              <a:t>procedure</a:t>
            </a:r>
            <a:endParaRPr lang="fr-CH"/>
          </a:p>
          <a:p>
            <a:r>
              <a:rPr lang="fr-CH"/>
              <a:t>INOUT : permet de donner une information et de récupérer sa mise à jour</a:t>
            </a:r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24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53547ABB-C4F6-0782-0AB7-8377998E763C}"/>
              </a:ext>
            </a:extLst>
          </p:cNvPr>
          <p:cNvSpPr/>
          <p:nvPr/>
        </p:nvSpPr>
        <p:spPr>
          <a:xfrm>
            <a:off x="0" y="6705600"/>
            <a:ext cx="9847385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62290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Exemple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/>
              <a:t>DELIMITER // </a:t>
            </a:r>
          </a:p>
          <a:p>
            <a:pPr marL="0" indent="0">
              <a:buNone/>
            </a:pPr>
            <a:r>
              <a:rPr lang="en-US"/>
              <a:t>CREATE PROCEDURE </a:t>
            </a:r>
            <a:r>
              <a:rPr lang="en-US" err="1"/>
              <a:t>get_car_stats_by_year</a:t>
            </a:r>
            <a:r>
              <a:rPr lang="en-US"/>
              <a:t>( </a:t>
            </a:r>
          </a:p>
          <a:p>
            <a:pPr marL="0" indent="0">
              <a:buNone/>
            </a:pPr>
            <a:r>
              <a:rPr lang="en-US"/>
              <a:t>  IN </a:t>
            </a:r>
            <a:r>
              <a:rPr lang="en-US" err="1"/>
              <a:t>year_filter</a:t>
            </a:r>
            <a:r>
              <a:rPr lang="en-US"/>
              <a:t> int, </a:t>
            </a:r>
          </a:p>
          <a:p>
            <a:pPr marL="0" indent="0">
              <a:buNone/>
            </a:pPr>
            <a:r>
              <a:rPr lang="en-US"/>
              <a:t>  OUT </a:t>
            </a:r>
            <a:r>
              <a:rPr lang="en-US" err="1"/>
              <a:t>cars_number</a:t>
            </a:r>
            <a:r>
              <a:rPr lang="en-US"/>
              <a:t> int, </a:t>
            </a:r>
          </a:p>
          <a:p>
            <a:pPr marL="0" indent="0">
              <a:buNone/>
            </a:pPr>
            <a:r>
              <a:rPr lang="en-US"/>
              <a:t>  OUT </a:t>
            </a:r>
            <a:r>
              <a:rPr lang="en-US" err="1"/>
              <a:t>min_value</a:t>
            </a:r>
            <a:r>
              <a:rPr lang="en-US"/>
              <a:t> decimal(10, 2), </a:t>
            </a:r>
          </a:p>
          <a:p>
            <a:pPr marL="0" indent="0">
              <a:buNone/>
            </a:pPr>
            <a:r>
              <a:rPr lang="en-US"/>
              <a:t>  OUT </a:t>
            </a:r>
            <a:r>
              <a:rPr lang="en-US" err="1"/>
              <a:t>avg_value</a:t>
            </a:r>
            <a:r>
              <a:rPr lang="en-US"/>
              <a:t> decimal(10, 2), </a:t>
            </a:r>
          </a:p>
          <a:p>
            <a:pPr marL="0" indent="0">
              <a:buNone/>
            </a:pPr>
            <a:r>
              <a:rPr lang="en-US"/>
              <a:t>  OUT </a:t>
            </a:r>
            <a:r>
              <a:rPr lang="en-US" err="1"/>
              <a:t>max_value</a:t>
            </a:r>
            <a:r>
              <a:rPr lang="en-US"/>
              <a:t> decimal(10, 2) </a:t>
            </a:r>
          </a:p>
          <a:p>
            <a:pPr marL="0" indent="0">
              <a:buNone/>
            </a:pPr>
            <a:r>
              <a:rPr lang="en-US"/>
              <a:t>) </a:t>
            </a:r>
          </a:p>
          <a:p>
            <a:pPr marL="0" indent="0">
              <a:buNone/>
            </a:pPr>
            <a:r>
              <a:rPr lang="en-US"/>
              <a:t>BEGIN </a:t>
            </a:r>
          </a:p>
          <a:p>
            <a:pPr marL="0" indent="0">
              <a:buNone/>
            </a:pPr>
            <a:r>
              <a:rPr lang="en-US"/>
              <a:t>  SELECT COUNT(*), MIN(value), AVG(value), MAX(value) </a:t>
            </a:r>
          </a:p>
          <a:p>
            <a:pPr marL="0" indent="0">
              <a:buNone/>
            </a:pPr>
            <a:r>
              <a:rPr lang="en-US"/>
              <a:t>  INTO </a:t>
            </a:r>
            <a:r>
              <a:rPr lang="en-US" err="1"/>
              <a:t>cars_number</a:t>
            </a:r>
            <a:r>
              <a:rPr lang="en-US"/>
              <a:t>, </a:t>
            </a:r>
            <a:r>
              <a:rPr lang="en-US" err="1"/>
              <a:t>min_value</a:t>
            </a:r>
            <a:r>
              <a:rPr lang="en-US"/>
              <a:t>, </a:t>
            </a:r>
            <a:r>
              <a:rPr lang="en-US" err="1"/>
              <a:t>avg_value</a:t>
            </a:r>
            <a:r>
              <a:rPr lang="en-US"/>
              <a:t>, </a:t>
            </a:r>
            <a:r>
              <a:rPr lang="en-US" err="1"/>
              <a:t>max_value</a:t>
            </a:r>
            <a:r>
              <a:rPr lang="en-US"/>
              <a:t> </a:t>
            </a:r>
          </a:p>
          <a:p>
            <a:pPr marL="0" indent="0">
              <a:buNone/>
            </a:pPr>
            <a:r>
              <a:rPr lang="en-US"/>
              <a:t>  FROM cars </a:t>
            </a:r>
          </a:p>
          <a:p>
            <a:pPr marL="0" indent="0">
              <a:buNone/>
            </a:pPr>
            <a:r>
              <a:rPr lang="en-US"/>
              <a:t>  WHERE year = </a:t>
            </a:r>
            <a:r>
              <a:rPr lang="en-US" err="1"/>
              <a:t>year_filter</a:t>
            </a:r>
            <a:r>
              <a:rPr lang="en-US"/>
              <a:t> ORDER BY make, value DESC; </a:t>
            </a:r>
          </a:p>
          <a:p>
            <a:pPr marL="0" indent="0">
              <a:buNone/>
            </a:pPr>
            <a:r>
              <a:rPr lang="en-US"/>
              <a:t>END // </a:t>
            </a:r>
          </a:p>
          <a:p>
            <a:pPr marL="0" indent="0">
              <a:buNone/>
            </a:pPr>
            <a:r>
              <a:rPr lang="en-US"/>
              <a:t>DELIMITER ; </a:t>
            </a:r>
          </a:p>
          <a:p>
            <a:endParaRPr lang="fr-CH"/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25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9" name="PB">
            <a:extLst>
              <a:ext uri="{FF2B5EF4-FFF2-40B4-BE49-F238E27FC236}">
                <a16:creationId xmlns:a16="http://schemas.microsoft.com/office/drawing/2014/main" id="{17ABB359-6A39-E233-902B-5E9B15A1416E}"/>
              </a:ext>
            </a:extLst>
          </p:cNvPr>
          <p:cNvSpPr/>
          <p:nvPr/>
        </p:nvSpPr>
        <p:spPr>
          <a:xfrm>
            <a:off x="0" y="6705600"/>
            <a:ext cx="10316308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23348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Exemple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CALL </a:t>
            </a:r>
            <a:r>
              <a:rPr lang="en-US" err="1"/>
              <a:t>get_car_stats_by_year</a:t>
            </a:r>
            <a:r>
              <a:rPr lang="en-US"/>
              <a:t>(2024, @number, @min, @average, @max);</a:t>
            </a:r>
          </a:p>
          <a:p>
            <a:endParaRPr lang="fr-CH"/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26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9" name="PB">
            <a:extLst>
              <a:ext uri="{FF2B5EF4-FFF2-40B4-BE49-F238E27FC236}">
                <a16:creationId xmlns:a16="http://schemas.microsoft.com/office/drawing/2014/main" id="{17ABB359-6A39-E233-902B-5E9B15A1416E}"/>
              </a:ext>
            </a:extLst>
          </p:cNvPr>
          <p:cNvSpPr/>
          <p:nvPr/>
        </p:nvSpPr>
        <p:spPr>
          <a:xfrm>
            <a:off x="0" y="6705600"/>
            <a:ext cx="10316308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790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Activité 2 : Création de </a:t>
            </a:r>
            <a:r>
              <a:rPr lang="fr-CH" err="1"/>
              <a:t>stored</a:t>
            </a:r>
            <a:r>
              <a:rPr lang="fr-CH"/>
              <a:t> </a:t>
            </a:r>
            <a:r>
              <a:rPr lang="fr-CH" err="1"/>
              <a:t>procedures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E-183-ALL-Stored-Procedures</a:t>
            </a:r>
          </a:p>
          <a:p>
            <a:endParaRPr lang="fr-CH" dirty="0"/>
          </a:p>
          <a:p>
            <a:r>
              <a:rPr lang="fr-CH" dirty="0"/>
              <a:t>Temps à disposition : 45mn</a:t>
            </a:r>
          </a:p>
          <a:p>
            <a:r>
              <a:rPr lang="fr-CH" dirty="0"/>
              <a:t>Travail individuel</a:t>
            </a:r>
          </a:p>
          <a:p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27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78E21A8B-EF4F-BF6D-566B-58E82A621533}"/>
              </a:ext>
            </a:extLst>
          </p:cNvPr>
          <p:cNvSpPr/>
          <p:nvPr/>
        </p:nvSpPr>
        <p:spPr>
          <a:xfrm>
            <a:off x="0" y="6705600"/>
            <a:ext cx="1125415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092836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Activité 3 : Enregistrer les connexions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E-183-ALL-AuditConnections.docx</a:t>
            </a:r>
          </a:p>
          <a:p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28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30.11.2025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A4C53F13-80C3-4F8B-62DD-D8CA0A0E4943}"/>
              </a:ext>
            </a:extLst>
          </p:cNvPr>
          <p:cNvSpPr/>
          <p:nvPr/>
        </p:nvSpPr>
        <p:spPr>
          <a:xfrm>
            <a:off x="0" y="6705600"/>
            <a:ext cx="11723077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3901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Conclusion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85D5900-BBD6-42DC-CCB5-147BADB524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PB">
            <a:extLst>
              <a:ext uri="{FF2B5EF4-FFF2-40B4-BE49-F238E27FC236}">
                <a16:creationId xmlns:a16="http://schemas.microsoft.com/office/drawing/2014/main" id="{238FC9FE-8332-A0AE-F121-9E20AD30BFA8}"/>
              </a:ext>
            </a:extLst>
          </p:cNvPr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6499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-module-ALL-sujet.potm" id="{0E4AA291-A3BA-417D-9DDD-704EF9C4C7DF}" vid="{88192150-CEE7-4362-8C4B-420880CAD4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12CA962D3BC343BA4881942FCA9ABD" ma:contentTypeVersion="13" ma:contentTypeDescription="Crée un document." ma:contentTypeScope="" ma:versionID="69c7e1234aa399a5294368cedfc9727e">
  <xsd:schema xmlns:xsd="http://www.w3.org/2001/XMLSchema" xmlns:xs="http://www.w3.org/2001/XMLSchema" xmlns:p="http://schemas.microsoft.com/office/2006/metadata/properties" xmlns:ns2="eb2b4dc0-5538-4988-a426-1e3bf3687743" xmlns:ns3="26488081-7094-48e3-a435-bbb366c5709a" targetNamespace="http://schemas.microsoft.com/office/2006/metadata/properties" ma:root="true" ma:fieldsID="f55906f2b711226ab16b0d1a2f445893" ns2:_="" ns3:_="">
    <xsd:import namespace="eb2b4dc0-5538-4988-a426-1e3bf3687743"/>
    <xsd:import namespace="26488081-7094-48e3-a435-bbb366c570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2b4dc0-5538-4988-a426-1e3bf36877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5cfe7824-1d92-4d19-9a43-1c93e0eb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488081-7094-48e3-a435-bbb366c5709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1d2a550-8a6e-4716-a102-3562047d879a}" ma:internalName="TaxCatchAll" ma:showField="CatchAllData" ma:web="26488081-7094-48e3-a435-bbb366c570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2b4dc0-5538-4988-a426-1e3bf3687743">
      <Terms xmlns="http://schemas.microsoft.com/office/infopath/2007/PartnerControls"/>
    </lcf76f155ced4ddcb4097134ff3c332f>
    <TaxCatchAll xmlns="26488081-7094-48e3-a435-bbb366c5709a" xsi:nil="true"/>
  </documentManagement>
</p:properties>
</file>

<file path=customXml/itemProps1.xml><?xml version="1.0" encoding="utf-8"?>
<ds:datastoreItem xmlns:ds="http://schemas.openxmlformats.org/officeDocument/2006/customXml" ds:itemID="{3E31C3D5-5B46-4E1A-855D-CCA00E784B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B944EB-D5D2-4963-BB93-CFB39BB8F7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2b4dc0-5538-4988-a426-1e3bf3687743"/>
    <ds:schemaRef ds:uri="26488081-7094-48e3-a435-bbb366c570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D8083C-3C1C-4888-AB7E-D3C6C1B1DE24}">
  <ds:schemaRefs>
    <ds:schemaRef ds:uri="99ffe1f3-7857-457f-add0-5bdef636f38d"/>
    <ds:schemaRef ds:uri="be0d3259-a7ce-4623-88ec-81594dfcbc1c"/>
    <ds:schemaRef ds:uri="bf2f2df3-a963-4452-b0e7-67dabc627c35"/>
    <ds:schemaRef ds:uri="f7d9f5a6-831d-4621-8c77-cbcaf993e40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http://schemas.openxmlformats.org/package/2006/metadata/core-properties"/>
    <ds:schemaRef ds:uri="http://www.w3.org/XML/1998/namespace"/>
    <ds:schemaRef ds:uri="eb2b4dc0-5538-4988-a426-1e3bf3687743"/>
    <ds:schemaRef ds:uri="26488081-7094-48e3-a435-bbb366c5709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S-module-ALL-sujet</Template>
  <TotalTime>81</TotalTime>
  <Words>921</Words>
  <Application>Microsoft Office PowerPoint</Application>
  <PresentationFormat>Grand écran</PresentationFormat>
  <Paragraphs>303</Paragraphs>
  <Slides>29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5" baseType="lpstr">
      <vt:lpstr>Century Gothic</vt:lpstr>
      <vt:lpstr>Helvetica</vt:lpstr>
      <vt:lpstr>Calibri</vt:lpstr>
      <vt:lpstr>Arial</vt:lpstr>
      <vt:lpstr>Daytona Light</vt:lpstr>
      <vt:lpstr>Office Theme</vt:lpstr>
      <vt:lpstr>Audit</vt:lpstr>
      <vt:lpstr>Les objectifs</vt:lpstr>
      <vt:lpstr>Les objectifs</vt:lpstr>
      <vt:lpstr>Les objectifs</vt:lpstr>
      <vt:lpstr>Les objectifs</vt:lpstr>
      <vt:lpstr>LES VUES</vt:lpstr>
      <vt:lpstr>De base…</vt:lpstr>
      <vt:lpstr>BRAINSTORM</vt:lpstr>
      <vt:lpstr>Le principe</vt:lpstr>
      <vt:lpstr>Finalement…</vt:lpstr>
      <vt:lpstr>Définition</vt:lpstr>
      <vt:lpstr>Syntaxe</vt:lpstr>
      <vt:lpstr>Peut-on effacer ou modifier à partir d’une vue ?</vt:lpstr>
      <vt:lpstr>Peut-on effacer ou modifier à partir d’une vue ?</vt:lpstr>
      <vt:lpstr>Exemple</vt:lpstr>
      <vt:lpstr>BRAINSTORM</vt:lpstr>
      <vt:lpstr>Activité 1 : Création de vues</vt:lpstr>
      <vt:lpstr>LES PROCÉDURES STOCKÉES</vt:lpstr>
      <vt:lpstr>De base…</vt:lpstr>
      <vt:lpstr>Bougeons certains éléments vers le serveur de base de données…</vt:lpstr>
      <vt:lpstr>De quoi parle-t-on ?</vt:lpstr>
      <vt:lpstr>Syntaxe</vt:lpstr>
      <vt:lpstr>Syntaxe</vt:lpstr>
      <vt:lpstr>Syntaxe</vt:lpstr>
      <vt:lpstr>Exemple</vt:lpstr>
      <vt:lpstr>Exemple</vt:lpstr>
      <vt:lpstr>Activité 2 : Création de stored procedures</vt:lpstr>
      <vt:lpstr>Activité 3 : Enregistrer les connexions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S-306-GIT</dc:title>
  <dc:creator>Cédric Schaffter</dc:creator>
  <cp:lastModifiedBy>Jonathan Melly</cp:lastModifiedBy>
  <cp:revision>2</cp:revision>
  <dcterms:created xsi:type="dcterms:W3CDTF">2023-07-10T11:31:25Z</dcterms:created>
  <dcterms:modified xsi:type="dcterms:W3CDTF">2025-11-30T11:48:58Z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0x010100BD12CA962D3BC343BA4881942FCA9ABD</vt:lpwstr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