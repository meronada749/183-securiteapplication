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4"/>
  </p:sldMasterIdLst>
  <p:notesMasterIdLst>
    <p:notesMasterId r:id="rId24"/>
  </p:notesMasterIdLst>
  <p:sldIdLst>
    <p:sldId id="302" r:id="rId5"/>
    <p:sldId id="262" r:id="rId6"/>
    <p:sldId id="342" r:id="rId7"/>
    <p:sldId id="346" r:id="rId8"/>
    <p:sldId id="344" r:id="rId9"/>
    <p:sldId id="361" r:id="rId10"/>
    <p:sldId id="345" r:id="rId11"/>
    <p:sldId id="347" r:id="rId12"/>
    <p:sldId id="348" r:id="rId13"/>
    <p:sldId id="350" r:id="rId14"/>
    <p:sldId id="351" r:id="rId15"/>
    <p:sldId id="354" r:id="rId16"/>
    <p:sldId id="355" r:id="rId17"/>
    <p:sldId id="353" r:id="rId18"/>
    <p:sldId id="352" r:id="rId19"/>
    <p:sldId id="356" r:id="rId20"/>
    <p:sldId id="357" r:id="rId21"/>
    <p:sldId id="358" r:id="rId22"/>
    <p:sldId id="362" r:id="rId23"/>
  </p:sldIdLst>
  <p:sldSz cx="12192000" cy="6858000"/>
  <p:notesSz cx="6858000" cy="9144000"/>
  <p:embeddedFontLst>
    <p:embeddedFont>
      <p:font typeface="Century Gothic" panose="020B0502020202020204" pitchFamily="34" charset="0"/>
      <p:regular r:id="rId25"/>
      <p:bold r:id="rId26"/>
      <p:italic r:id="rId27"/>
      <p:boldItalic r:id="rId28"/>
    </p:embeddedFont>
    <p:embeddedFont>
      <p:font typeface="Daytona Light" panose="020B0304030503040204" pitchFamily="34" charset="0"/>
      <p:regular r:id="rId29"/>
      <p:italic r:id="rId30"/>
    </p:embeddedFont>
    <p:embeddedFont>
      <p:font typeface="Helvetica" panose="020B0604020202020204" pitchFamily="34" charset="0"/>
      <p:regular r:id="rId31"/>
      <p:bold r:id="rId32"/>
      <p:italic r:id="rId33"/>
      <p:boldItalic r:id="rId34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D4C291C-4C0B-4AA0-B003-C6C25442A5E7}">
          <p14:sldIdLst>
            <p14:sldId id="302"/>
            <p14:sldId id="262"/>
            <p14:sldId id="342"/>
            <p14:sldId id="346"/>
            <p14:sldId id="344"/>
            <p14:sldId id="361"/>
            <p14:sldId id="345"/>
            <p14:sldId id="347"/>
            <p14:sldId id="348"/>
            <p14:sldId id="350"/>
            <p14:sldId id="351"/>
            <p14:sldId id="354"/>
            <p14:sldId id="355"/>
            <p14:sldId id="353"/>
            <p14:sldId id="352"/>
            <p14:sldId id="356"/>
            <p14:sldId id="357"/>
            <p14:sldId id="358"/>
            <p14:sldId id="3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édric Schaffter" initials="CS" lastIdx="1" clrIdx="0">
    <p:extLst>
      <p:ext uri="{19B8F6BF-5375-455C-9EA6-DF929625EA0E}">
        <p15:presenceInfo xmlns:p15="http://schemas.microsoft.com/office/powerpoint/2012/main" userId="S::px53yvq@eduvaud.ch::553b4a19-b3bd-4c85-8b03-e3da8d2d0ee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0000"/>
    <a:srgbClr val="AD2B33"/>
    <a:srgbClr val="333333"/>
    <a:srgbClr val="004595"/>
    <a:srgbClr val="F5F7FA"/>
    <a:srgbClr val="66AEDD"/>
    <a:srgbClr val="EDEDED"/>
    <a:srgbClr val="CCFFFF"/>
    <a:srgbClr val="FFFFFF"/>
    <a:srgbClr val="B567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24D4B8-718C-412F-8EF4-60897C3EA1FA}" v="52" dt="2024-04-16T11:13:23.555"/>
    <p1510:client id="{77A00D6C-777A-464B-BC84-237363DA9428}" v="126" dt="2024-04-16T19:07:05.7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1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2.fntdata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font" Target="fonts/font10.fntdata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5.fntdata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4.fntdata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commentAuthors" Target="comment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édric Schaffter" userId="553b4a19-b3bd-4c85-8b03-e3da8d2d0ee5" providerId="ADAL" clId="{97B98BAE-CEC8-4862-A891-6B64A0E5D030}"/>
    <pc:docChg chg="undo custSel addSld delSld modSld modSection">
      <pc:chgData name="Cédric Schaffter" userId="553b4a19-b3bd-4c85-8b03-e3da8d2d0ee5" providerId="ADAL" clId="{97B98BAE-CEC8-4862-A891-6B64A0E5D030}" dt="2024-03-25T21:45:39.280" v="404" actId="20577"/>
      <pc:docMkLst>
        <pc:docMk/>
      </pc:docMkLst>
      <pc:sldChg chg="modSp mod">
        <pc:chgData name="Cédric Schaffter" userId="553b4a19-b3bd-4c85-8b03-e3da8d2d0ee5" providerId="ADAL" clId="{97B98BAE-CEC8-4862-A891-6B64A0E5D030}" dt="2024-03-25T20:55:31.566" v="1" actId="20577"/>
        <pc:sldMkLst>
          <pc:docMk/>
          <pc:sldMk cId="3654359519" sldId="302"/>
        </pc:sldMkLst>
        <pc:spChg chg="mod">
          <ac:chgData name="Cédric Schaffter" userId="553b4a19-b3bd-4c85-8b03-e3da8d2d0ee5" providerId="ADAL" clId="{97B98BAE-CEC8-4862-A891-6B64A0E5D030}" dt="2024-03-25T20:55:31.566" v="1" actId="20577"/>
          <ac:spMkLst>
            <pc:docMk/>
            <pc:sldMk cId="3654359519" sldId="302"/>
            <ac:spMk id="3" creationId="{3B9501AA-B74D-4416-BEFC-D9228B665E9E}"/>
          </ac:spMkLst>
        </pc:spChg>
      </pc:sldChg>
      <pc:sldChg chg="del">
        <pc:chgData name="Cédric Schaffter" userId="553b4a19-b3bd-4c85-8b03-e3da8d2d0ee5" providerId="ADAL" clId="{97B98BAE-CEC8-4862-A891-6B64A0E5D030}" dt="2024-03-25T20:55:53.225" v="3" actId="47"/>
        <pc:sldMkLst>
          <pc:docMk/>
          <pc:sldMk cId="1194078828" sldId="305"/>
        </pc:sldMkLst>
      </pc:sldChg>
      <pc:sldChg chg="addSp delSp modSp mod">
        <pc:chgData name="Cédric Schaffter" userId="553b4a19-b3bd-4c85-8b03-e3da8d2d0ee5" providerId="ADAL" clId="{97B98BAE-CEC8-4862-A891-6B64A0E5D030}" dt="2024-03-25T21:15:12.253" v="54" actId="20577"/>
        <pc:sldMkLst>
          <pc:docMk/>
          <pc:sldMk cId="2918993193" sldId="306"/>
        </pc:sldMkLst>
        <pc:spChg chg="mod">
          <ac:chgData name="Cédric Schaffter" userId="553b4a19-b3bd-4c85-8b03-e3da8d2d0ee5" providerId="ADAL" clId="{97B98BAE-CEC8-4862-A891-6B64A0E5D030}" dt="2024-03-25T21:15:12.253" v="54" actId="20577"/>
          <ac:spMkLst>
            <pc:docMk/>
            <pc:sldMk cId="2918993193" sldId="306"/>
            <ac:spMk id="2" creationId="{577CA417-48A2-4EC1-BB6A-E88DDE96D870}"/>
          </ac:spMkLst>
        </pc:spChg>
        <pc:spChg chg="del">
          <ac:chgData name="Cédric Schaffter" userId="553b4a19-b3bd-4c85-8b03-e3da8d2d0ee5" providerId="ADAL" clId="{97B98BAE-CEC8-4862-A891-6B64A0E5D030}" dt="2024-03-25T20:56:01.497" v="5" actId="478"/>
          <ac:spMkLst>
            <pc:docMk/>
            <pc:sldMk cId="2918993193" sldId="306"/>
            <ac:spMk id="3" creationId="{3B9501AA-B74D-4416-BEFC-D9228B665E9E}"/>
          </ac:spMkLst>
        </pc:spChg>
        <pc:spChg chg="add mod">
          <ac:chgData name="Cédric Schaffter" userId="553b4a19-b3bd-4c85-8b03-e3da8d2d0ee5" providerId="ADAL" clId="{97B98BAE-CEC8-4862-A891-6B64A0E5D030}" dt="2024-03-25T20:56:01.497" v="5" actId="478"/>
          <ac:spMkLst>
            <pc:docMk/>
            <pc:sldMk cId="2918993193" sldId="306"/>
            <ac:spMk id="6" creationId="{1D445263-FEBF-14B5-1980-D96F3C15DCCB}"/>
          </ac:spMkLst>
        </pc:spChg>
      </pc:sldChg>
      <pc:sldChg chg="del">
        <pc:chgData name="Cédric Schaffter" userId="553b4a19-b3bd-4c85-8b03-e3da8d2d0ee5" providerId="ADAL" clId="{97B98BAE-CEC8-4862-A891-6B64A0E5D030}" dt="2024-03-25T20:56:10.558" v="7" actId="47"/>
        <pc:sldMkLst>
          <pc:docMk/>
          <pc:sldMk cId="1132419961" sldId="307"/>
        </pc:sldMkLst>
      </pc:sldChg>
      <pc:sldChg chg="del">
        <pc:chgData name="Cédric Schaffter" userId="553b4a19-b3bd-4c85-8b03-e3da8d2d0ee5" providerId="ADAL" clId="{97B98BAE-CEC8-4862-A891-6B64A0E5D030}" dt="2024-03-25T20:56:12.031" v="8" actId="47"/>
        <pc:sldMkLst>
          <pc:docMk/>
          <pc:sldMk cId="897100507" sldId="308"/>
        </pc:sldMkLst>
      </pc:sldChg>
      <pc:sldChg chg="del">
        <pc:chgData name="Cédric Schaffter" userId="553b4a19-b3bd-4c85-8b03-e3da8d2d0ee5" providerId="ADAL" clId="{97B98BAE-CEC8-4862-A891-6B64A0E5D030}" dt="2024-03-25T20:56:13.361" v="9" actId="47"/>
        <pc:sldMkLst>
          <pc:docMk/>
          <pc:sldMk cId="3040483899" sldId="309"/>
        </pc:sldMkLst>
      </pc:sldChg>
      <pc:sldChg chg="del">
        <pc:chgData name="Cédric Schaffter" userId="553b4a19-b3bd-4c85-8b03-e3da8d2d0ee5" providerId="ADAL" clId="{97B98BAE-CEC8-4862-A891-6B64A0E5D030}" dt="2024-03-25T20:56:15.680" v="10" actId="47"/>
        <pc:sldMkLst>
          <pc:docMk/>
          <pc:sldMk cId="546785034" sldId="310"/>
        </pc:sldMkLst>
      </pc:sldChg>
      <pc:sldChg chg="del">
        <pc:chgData name="Cédric Schaffter" userId="553b4a19-b3bd-4c85-8b03-e3da8d2d0ee5" providerId="ADAL" clId="{97B98BAE-CEC8-4862-A891-6B64A0E5D030}" dt="2024-03-25T20:56:17.237" v="11" actId="47"/>
        <pc:sldMkLst>
          <pc:docMk/>
          <pc:sldMk cId="4233074070" sldId="311"/>
        </pc:sldMkLst>
      </pc:sldChg>
      <pc:sldChg chg="del">
        <pc:chgData name="Cédric Schaffter" userId="553b4a19-b3bd-4c85-8b03-e3da8d2d0ee5" providerId="ADAL" clId="{97B98BAE-CEC8-4862-A891-6B64A0E5D030}" dt="2024-03-25T20:56:18.808" v="12" actId="47"/>
        <pc:sldMkLst>
          <pc:docMk/>
          <pc:sldMk cId="959884948" sldId="312"/>
        </pc:sldMkLst>
      </pc:sldChg>
      <pc:sldChg chg="del">
        <pc:chgData name="Cédric Schaffter" userId="553b4a19-b3bd-4c85-8b03-e3da8d2d0ee5" providerId="ADAL" clId="{97B98BAE-CEC8-4862-A891-6B64A0E5D030}" dt="2024-03-25T20:56:20.697" v="13" actId="47"/>
        <pc:sldMkLst>
          <pc:docMk/>
          <pc:sldMk cId="2243911207" sldId="313"/>
        </pc:sldMkLst>
      </pc:sldChg>
      <pc:sldChg chg="del">
        <pc:chgData name="Cédric Schaffter" userId="553b4a19-b3bd-4c85-8b03-e3da8d2d0ee5" providerId="ADAL" clId="{97B98BAE-CEC8-4862-A891-6B64A0E5D030}" dt="2024-03-25T20:56:22.189" v="14" actId="47"/>
        <pc:sldMkLst>
          <pc:docMk/>
          <pc:sldMk cId="1581265280" sldId="314"/>
        </pc:sldMkLst>
      </pc:sldChg>
      <pc:sldChg chg="del">
        <pc:chgData name="Cédric Schaffter" userId="553b4a19-b3bd-4c85-8b03-e3da8d2d0ee5" providerId="ADAL" clId="{97B98BAE-CEC8-4862-A891-6B64A0E5D030}" dt="2024-03-25T20:56:24.643" v="16" actId="47"/>
        <pc:sldMkLst>
          <pc:docMk/>
          <pc:sldMk cId="2812579616" sldId="315"/>
        </pc:sldMkLst>
      </pc:sldChg>
      <pc:sldChg chg="del">
        <pc:chgData name="Cédric Schaffter" userId="553b4a19-b3bd-4c85-8b03-e3da8d2d0ee5" providerId="ADAL" clId="{97B98BAE-CEC8-4862-A891-6B64A0E5D030}" dt="2024-03-25T20:56:23.213" v="15" actId="47"/>
        <pc:sldMkLst>
          <pc:docMk/>
          <pc:sldMk cId="3191074640" sldId="316"/>
        </pc:sldMkLst>
      </pc:sldChg>
      <pc:sldChg chg="del">
        <pc:chgData name="Cédric Schaffter" userId="553b4a19-b3bd-4c85-8b03-e3da8d2d0ee5" providerId="ADAL" clId="{97B98BAE-CEC8-4862-A891-6B64A0E5D030}" dt="2024-03-25T20:56:26.195" v="17" actId="47"/>
        <pc:sldMkLst>
          <pc:docMk/>
          <pc:sldMk cId="4038651894" sldId="317"/>
        </pc:sldMkLst>
      </pc:sldChg>
      <pc:sldChg chg="del">
        <pc:chgData name="Cédric Schaffter" userId="553b4a19-b3bd-4c85-8b03-e3da8d2d0ee5" providerId="ADAL" clId="{97B98BAE-CEC8-4862-A891-6B64A0E5D030}" dt="2024-03-25T21:15:15.396" v="55" actId="47"/>
        <pc:sldMkLst>
          <pc:docMk/>
          <pc:sldMk cId="3762770506" sldId="318"/>
        </pc:sldMkLst>
      </pc:sldChg>
      <pc:sldChg chg="del">
        <pc:chgData name="Cédric Schaffter" userId="553b4a19-b3bd-4c85-8b03-e3da8d2d0ee5" providerId="ADAL" clId="{97B98BAE-CEC8-4862-A891-6B64A0E5D030}" dt="2024-03-25T20:56:09.221" v="6" actId="47"/>
        <pc:sldMkLst>
          <pc:docMk/>
          <pc:sldMk cId="1393010897" sldId="321"/>
        </pc:sldMkLst>
      </pc:sldChg>
      <pc:sldChg chg="modSp mod">
        <pc:chgData name="Cédric Schaffter" userId="553b4a19-b3bd-4c85-8b03-e3da8d2d0ee5" providerId="ADAL" clId="{97B98BAE-CEC8-4862-A891-6B64A0E5D030}" dt="2024-03-25T20:56:58.028" v="51" actId="20577"/>
        <pc:sldMkLst>
          <pc:docMk/>
          <pc:sldMk cId="67380971" sldId="338"/>
        </pc:sldMkLst>
        <pc:spChg chg="mod">
          <ac:chgData name="Cédric Schaffter" userId="553b4a19-b3bd-4c85-8b03-e3da8d2d0ee5" providerId="ADAL" clId="{97B98BAE-CEC8-4862-A891-6B64A0E5D030}" dt="2024-03-25T20:56:43.636" v="36" actId="20577"/>
          <ac:spMkLst>
            <pc:docMk/>
            <pc:sldMk cId="67380971" sldId="338"/>
            <ac:spMk id="2" creationId="{6E891AC1-7757-84E9-A4B6-A3DAC9873AC8}"/>
          </ac:spMkLst>
        </pc:spChg>
        <pc:spChg chg="mod">
          <ac:chgData name="Cédric Schaffter" userId="553b4a19-b3bd-4c85-8b03-e3da8d2d0ee5" providerId="ADAL" clId="{97B98BAE-CEC8-4862-A891-6B64A0E5D030}" dt="2024-03-25T20:56:58.028" v="51" actId="20577"/>
          <ac:spMkLst>
            <pc:docMk/>
            <pc:sldMk cId="67380971" sldId="338"/>
            <ac:spMk id="3" creationId="{942E22A4-A7C2-811E-10FB-FA0F6AF6712F}"/>
          </ac:spMkLst>
        </pc:spChg>
      </pc:sldChg>
      <pc:sldChg chg="del">
        <pc:chgData name="Cédric Schaffter" userId="553b4a19-b3bd-4c85-8b03-e3da8d2d0ee5" providerId="ADAL" clId="{97B98BAE-CEC8-4862-A891-6B64A0E5D030}" dt="2024-03-25T20:55:50.744" v="2" actId="47"/>
        <pc:sldMkLst>
          <pc:docMk/>
          <pc:sldMk cId="4055993611" sldId="355"/>
        </pc:sldMkLst>
      </pc:sldChg>
      <pc:sldChg chg="del">
        <pc:chgData name="Cédric Schaffter" userId="553b4a19-b3bd-4c85-8b03-e3da8d2d0ee5" providerId="ADAL" clId="{97B98BAE-CEC8-4862-A891-6B64A0E5D030}" dt="2024-03-25T20:55:56.114" v="4" actId="47"/>
        <pc:sldMkLst>
          <pc:docMk/>
          <pc:sldMk cId="198641047" sldId="360"/>
        </pc:sldMkLst>
      </pc:sldChg>
      <pc:sldChg chg="modSp add mod">
        <pc:chgData name="Cédric Schaffter" userId="553b4a19-b3bd-4c85-8b03-e3da8d2d0ee5" providerId="ADAL" clId="{97B98BAE-CEC8-4862-A891-6B64A0E5D030}" dt="2024-03-25T21:29:06.369" v="194" actId="113"/>
        <pc:sldMkLst>
          <pc:docMk/>
          <pc:sldMk cId="4278092091" sldId="379"/>
        </pc:sldMkLst>
        <pc:spChg chg="mod">
          <ac:chgData name="Cédric Schaffter" userId="553b4a19-b3bd-4c85-8b03-e3da8d2d0ee5" providerId="ADAL" clId="{97B98BAE-CEC8-4862-A891-6B64A0E5D030}" dt="2024-03-25T21:15:24.221" v="65" actId="20577"/>
          <ac:spMkLst>
            <pc:docMk/>
            <pc:sldMk cId="4278092091" sldId="379"/>
            <ac:spMk id="2" creationId="{5930DA6F-8E02-FE92-06B2-FCE42EDDB07D}"/>
          </ac:spMkLst>
        </pc:spChg>
        <pc:spChg chg="mod">
          <ac:chgData name="Cédric Schaffter" userId="553b4a19-b3bd-4c85-8b03-e3da8d2d0ee5" providerId="ADAL" clId="{97B98BAE-CEC8-4862-A891-6B64A0E5D030}" dt="2024-03-25T21:29:06.369" v="194" actId="113"/>
          <ac:spMkLst>
            <pc:docMk/>
            <pc:sldMk cId="4278092091" sldId="379"/>
            <ac:spMk id="3" creationId="{ECDD8913-80D5-66C0-DE37-D654360A75C4}"/>
          </ac:spMkLst>
        </pc:spChg>
      </pc:sldChg>
      <pc:sldChg chg="modSp add mod">
        <pc:chgData name="Cédric Schaffter" userId="553b4a19-b3bd-4c85-8b03-e3da8d2d0ee5" providerId="ADAL" clId="{97B98BAE-CEC8-4862-A891-6B64A0E5D030}" dt="2024-03-25T21:17:27.182" v="177" actId="20577"/>
        <pc:sldMkLst>
          <pc:docMk/>
          <pc:sldMk cId="3025779545" sldId="380"/>
        </pc:sldMkLst>
        <pc:spChg chg="mod">
          <ac:chgData name="Cédric Schaffter" userId="553b4a19-b3bd-4c85-8b03-e3da8d2d0ee5" providerId="ADAL" clId="{97B98BAE-CEC8-4862-A891-6B64A0E5D030}" dt="2024-03-25T21:17:27.182" v="177" actId="20577"/>
          <ac:spMkLst>
            <pc:docMk/>
            <pc:sldMk cId="3025779545" sldId="380"/>
            <ac:spMk id="3" creationId="{ECDD8913-80D5-66C0-DE37-D654360A75C4}"/>
          </ac:spMkLst>
        </pc:spChg>
      </pc:sldChg>
      <pc:sldChg chg="add del">
        <pc:chgData name="Cédric Schaffter" userId="553b4a19-b3bd-4c85-8b03-e3da8d2d0ee5" providerId="ADAL" clId="{97B98BAE-CEC8-4862-A891-6B64A0E5D030}" dt="2024-03-25T21:29:11.313" v="196"/>
        <pc:sldMkLst>
          <pc:docMk/>
          <pc:sldMk cId="2007412451" sldId="381"/>
        </pc:sldMkLst>
      </pc:sldChg>
      <pc:sldChg chg="modSp add mod">
        <pc:chgData name="Cédric Schaffter" userId="553b4a19-b3bd-4c85-8b03-e3da8d2d0ee5" providerId="ADAL" clId="{97B98BAE-CEC8-4862-A891-6B64A0E5D030}" dt="2024-03-25T21:39:55.903" v="211" actId="20577"/>
        <pc:sldMkLst>
          <pc:docMk/>
          <pc:sldMk cId="3693580469" sldId="381"/>
        </pc:sldMkLst>
        <pc:spChg chg="mod">
          <ac:chgData name="Cédric Schaffter" userId="553b4a19-b3bd-4c85-8b03-e3da8d2d0ee5" providerId="ADAL" clId="{97B98BAE-CEC8-4862-A891-6B64A0E5D030}" dt="2024-03-25T21:39:55.903" v="211" actId="20577"/>
          <ac:spMkLst>
            <pc:docMk/>
            <pc:sldMk cId="3693580469" sldId="381"/>
            <ac:spMk id="2" creationId="{577CA417-48A2-4EC1-BB6A-E88DDE96D870}"/>
          </ac:spMkLst>
        </pc:spChg>
      </pc:sldChg>
      <pc:sldChg chg="modSp add mod">
        <pc:chgData name="Cédric Schaffter" userId="553b4a19-b3bd-4c85-8b03-e3da8d2d0ee5" providerId="ADAL" clId="{97B98BAE-CEC8-4862-A891-6B64A0E5D030}" dt="2024-03-25T21:44:20.386" v="347" actId="20577"/>
        <pc:sldMkLst>
          <pc:docMk/>
          <pc:sldMk cId="2153314333" sldId="382"/>
        </pc:sldMkLst>
        <pc:spChg chg="mod">
          <ac:chgData name="Cédric Schaffter" userId="553b4a19-b3bd-4c85-8b03-e3da8d2d0ee5" providerId="ADAL" clId="{97B98BAE-CEC8-4862-A891-6B64A0E5D030}" dt="2024-03-25T21:42:51.391" v="219" actId="20577"/>
          <ac:spMkLst>
            <pc:docMk/>
            <pc:sldMk cId="2153314333" sldId="382"/>
            <ac:spMk id="2" creationId="{6E891AC1-7757-84E9-A4B6-A3DAC9873AC8}"/>
          </ac:spMkLst>
        </pc:spChg>
        <pc:spChg chg="mod">
          <ac:chgData name="Cédric Schaffter" userId="553b4a19-b3bd-4c85-8b03-e3da8d2d0ee5" providerId="ADAL" clId="{97B98BAE-CEC8-4862-A891-6B64A0E5D030}" dt="2024-03-25T21:44:20.386" v="347" actId="20577"/>
          <ac:spMkLst>
            <pc:docMk/>
            <pc:sldMk cId="2153314333" sldId="382"/>
            <ac:spMk id="3" creationId="{942E22A4-A7C2-811E-10FB-FA0F6AF6712F}"/>
          </ac:spMkLst>
        </pc:spChg>
      </pc:sldChg>
      <pc:sldChg chg="modSp add mod">
        <pc:chgData name="Cédric Schaffter" userId="553b4a19-b3bd-4c85-8b03-e3da8d2d0ee5" providerId="ADAL" clId="{97B98BAE-CEC8-4862-A891-6B64A0E5D030}" dt="2024-03-25T21:45:39.280" v="404" actId="20577"/>
        <pc:sldMkLst>
          <pc:docMk/>
          <pc:sldMk cId="303106634" sldId="383"/>
        </pc:sldMkLst>
        <pc:spChg chg="mod">
          <ac:chgData name="Cédric Schaffter" userId="553b4a19-b3bd-4c85-8b03-e3da8d2d0ee5" providerId="ADAL" clId="{97B98BAE-CEC8-4862-A891-6B64A0E5D030}" dt="2024-03-25T21:44:53.224" v="349" actId="20577"/>
          <ac:spMkLst>
            <pc:docMk/>
            <pc:sldMk cId="303106634" sldId="383"/>
            <ac:spMk id="2" creationId="{6E891AC1-7757-84E9-A4B6-A3DAC9873AC8}"/>
          </ac:spMkLst>
        </pc:spChg>
        <pc:spChg chg="mod">
          <ac:chgData name="Cédric Schaffter" userId="553b4a19-b3bd-4c85-8b03-e3da8d2d0ee5" providerId="ADAL" clId="{97B98BAE-CEC8-4862-A891-6B64A0E5D030}" dt="2024-03-25T21:45:39.280" v="404" actId="20577"/>
          <ac:spMkLst>
            <pc:docMk/>
            <pc:sldMk cId="303106634" sldId="383"/>
            <ac:spMk id="3" creationId="{942E22A4-A7C2-811E-10FB-FA0F6AF6712F}"/>
          </ac:spMkLst>
        </pc:spChg>
      </pc:sldChg>
    </pc:docChg>
  </pc:docChgLst>
  <pc:docChgLst>
    <pc:chgData name="Cédric Schaffter" userId="553b4a19-b3bd-4c85-8b03-e3da8d2d0ee5" providerId="ADAL" clId="{6D24D4B8-718C-412F-8EF4-60897C3EA1FA}"/>
    <pc:docChg chg="undo custSel addSld delSld modSld sldOrd modSection">
      <pc:chgData name="Cédric Schaffter" userId="553b4a19-b3bd-4c85-8b03-e3da8d2d0ee5" providerId="ADAL" clId="{6D24D4B8-718C-412F-8EF4-60897C3EA1FA}" dt="2024-04-16T11:13:25.669" v="2756" actId="47"/>
      <pc:docMkLst>
        <pc:docMk/>
      </pc:docMkLst>
      <pc:sldChg chg="del">
        <pc:chgData name="Cédric Schaffter" userId="553b4a19-b3bd-4c85-8b03-e3da8d2d0ee5" providerId="ADAL" clId="{6D24D4B8-718C-412F-8EF4-60897C3EA1FA}" dt="2024-03-26T13:23:13.651" v="694" actId="47"/>
        <pc:sldMkLst>
          <pc:docMk/>
          <pc:sldMk cId="720826200" sldId="283"/>
        </pc:sldMkLst>
      </pc:sldChg>
      <pc:sldChg chg="modSp mod">
        <pc:chgData name="Cédric Schaffter" userId="553b4a19-b3bd-4c85-8b03-e3da8d2d0ee5" providerId="ADAL" clId="{6D24D4B8-718C-412F-8EF4-60897C3EA1FA}" dt="2024-04-16T09:17:20.299" v="1782" actId="20577"/>
        <pc:sldMkLst>
          <pc:docMk/>
          <pc:sldMk cId="3654359519" sldId="302"/>
        </pc:sldMkLst>
        <pc:spChg chg="mod">
          <ac:chgData name="Cédric Schaffter" userId="553b4a19-b3bd-4c85-8b03-e3da8d2d0ee5" providerId="ADAL" clId="{6D24D4B8-718C-412F-8EF4-60897C3EA1FA}" dt="2024-03-26T09:16:00.002" v="15" actId="20577"/>
          <ac:spMkLst>
            <pc:docMk/>
            <pc:sldMk cId="3654359519" sldId="302"/>
            <ac:spMk id="2" creationId="{577CA417-48A2-4EC1-BB6A-E88DDE96D870}"/>
          </ac:spMkLst>
        </pc:spChg>
        <pc:spChg chg="mod">
          <ac:chgData name="Cédric Schaffter" userId="553b4a19-b3bd-4c85-8b03-e3da8d2d0ee5" providerId="ADAL" clId="{6D24D4B8-718C-412F-8EF4-60897C3EA1FA}" dt="2024-04-16T09:17:20.299" v="1782" actId="20577"/>
          <ac:spMkLst>
            <pc:docMk/>
            <pc:sldMk cId="3654359519" sldId="302"/>
            <ac:spMk id="3" creationId="{3B9501AA-B74D-4416-BEFC-D9228B665E9E}"/>
          </ac:spMkLst>
        </pc:spChg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4247594643" sldId="30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76560250" sldId="304"/>
        </pc:sldMkLst>
      </pc:sldChg>
      <pc:sldChg chg="modSp mod">
        <pc:chgData name="Cédric Schaffter" userId="553b4a19-b3bd-4c85-8b03-e3da8d2d0ee5" providerId="ADAL" clId="{6D24D4B8-718C-412F-8EF4-60897C3EA1FA}" dt="2024-03-26T10:05:45.852" v="561" actId="20577"/>
        <pc:sldMkLst>
          <pc:docMk/>
          <pc:sldMk cId="2918993193" sldId="306"/>
        </pc:sldMkLst>
        <pc:spChg chg="mod">
          <ac:chgData name="Cédric Schaffter" userId="553b4a19-b3bd-4c85-8b03-e3da8d2d0ee5" providerId="ADAL" clId="{6D24D4B8-718C-412F-8EF4-60897C3EA1FA}" dt="2024-03-26T10:05:45.852" v="561" actId="20577"/>
          <ac:spMkLst>
            <pc:docMk/>
            <pc:sldMk cId="2918993193" sldId="306"/>
            <ac:spMk id="2" creationId="{577CA417-48A2-4EC1-BB6A-E88DDE96D870}"/>
          </ac:spMkLst>
        </pc:spChg>
      </pc:sldChg>
      <pc:sldChg chg="modSp mod">
        <pc:chgData name="Cédric Schaffter" userId="553b4a19-b3bd-4c85-8b03-e3da8d2d0ee5" providerId="ADAL" clId="{6D24D4B8-718C-412F-8EF4-60897C3EA1FA}" dt="2024-04-16T09:16:41.323" v="1774" actId="20577"/>
        <pc:sldMkLst>
          <pc:docMk/>
          <pc:sldMk cId="3779150562" sldId="319"/>
        </pc:sldMkLst>
        <pc:spChg chg="mod">
          <ac:chgData name="Cédric Schaffter" userId="553b4a19-b3bd-4c85-8b03-e3da8d2d0ee5" providerId="ADAL" clId="{6D24D4B8-718C-412F-8EF4-60897C3EA1FA}" dt="2024-04-16T09:16:41.323" v="1774" actId="20577"/>
          <ac:spMkLst>
            <pc:docMk/>
            <pc:sldMk cId="3779150562" sldId="319"/>
            <ac:spMk id="3" creationId="{ECDD8913-80D5-66C0-DE37-D654360A75C4}"/>
          </ac:spMkLst>
        </pc:spChg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964263047" sldId="32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379686148" sldId="32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860397591" sldId="32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750234241" sldId="325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307554601" sldId="326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325866082" sldId="327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927991476" sldId="32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611358375" sldId="32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759881703" sldId="330"/>
        </pc:sldMkLst>
      </pc:sldChg>
      <pc:sldChg chg="del">
        <pc:chgData name="Cédric Schaffter" userId="553b4a19-b3bd-4c85-8b03-e3da8d2d0ee5" providerId="ADAL" clId="{6D24D4B8-718C-412F-8EF4-60897C3EA1FA}" dt="2024-03-26T13:23:15.437" v="695" actId="47"/>
        <pc:sldMkLst>
          <pc:docMk/>
          <pc:sldMk cId="3217194805" sldId="331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959566261" sldId="33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298836893" sldId="33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775753609" sldId="33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28428187" sldId="335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383590322" sldId="336"/>
        </pc:sldMkLst>
      </pc:sldChg>
      <pc:sldChg chg="ord">
        <pc:chgData name="Cédric Schaffter" userId="553b4a19-b3bd-4c85-8b03-e3da8d2d0ee5" providerId="ADAL" clId="{6D24D4B8-718C-412F-8EF4-60897C3EA1FA}" dt="2024-04-16T11:02:08.917" v="2670"/>
        <pc:sldMkLst>
          <pc:docMk/>
          <pc:sldMk cId="67380971" sldId="33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98400298" sldId="33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738162757" sldId="340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839176104" sldId="341"/>
        </pc:sldMkLst>
      </pc:sldChg>
      <pc:sldChg chg="del">
        <pc:chgData name="Cédric Schaffter" userId="553b4a19-b3bd-4c85-8b03-e3da8d2d0ee5" providerId="ADAL" clId="{6D24D4B8-718C-412F-8EF4-60897C3EA1FA}" dt="2024-04-16T09:17:46.324" v="1785" actId="47"/>
        <pc:sldMkLst>
          <pc:docMk/>
          <pc:sldMk cId="2068900412" sldId="34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075131303" sldId="344"/>
        </pc:sldMkLst>
      </pc:sldChg>
      <pc:sldChg chg="addSp delSp modSp mod">
        <pc:chgData name="Cédric Schaffter" userId="553b4a19-b3bd-4c85-8b03-e3da8d2d0ee5" providerId="ADAL" clId="{6D24D4B8-718C-412F-8EF4-60897C3EA1FA}" dt="2024-03-26T13:24:23.043" v="697" actId="478"/>
        <pc:sldMkLst>
          <pc:docMk/>
          <pc:sldMk cId="3064999319" sldId="347"/>
        </pc:sldMkLst>
        <pc:spChg chg="del">
          <ac:chgData name="Cédric Schaffter" userId="553b4a19-b3bd-4c85-8b03-e3da8d2d0ee5" providerId="ADAL" clId="{6D24D4B8-718C-412F-8EF4-60897C3EA1FA}" dt="2024-03-26T13:24:23.043" v="697" actId="478"/>
          <ac:spMkLst>
            <pc:docMk/>
            <pc:sldMk cId="3064999319" sldId="347"/>
            <ac:spMk id="3" creationId="{3B9501AA-B74D-4416-BEFC-D9228B665E9E}"/>
          </ac:spMkLst>
        </pc:spChg>
        <pc:spChg chg="add mod">
          <ac:chgData name="Cédric Schaffter" userId="553b4a19-b3bd-4c85-8b03-e3da8d2d0ee5" providerId="ADAL" clId="{6D24D4B8-718C-412F-8EF4-60897C3EA1FA}" dt="2024-03-26T13:24:23.043" v="697" actId="478"/>
          <ac:spMkLst>
            <pc:docMk/>
            <pc:sldMk cId="3064999319" sldId="347"/>
            <ac:spMk id="6" creationId="{C85D5900-BBD6-42DC-CCB5-147BADB52473}"/>
          </ac:spMkLst>
        </pc:spChg>
      </pc:sldChg>
      <pc:sldChg chg="del">
        <pc:chgData name="Cédric Schaffter" userId="553b4a19-b3bd-4c85-8b03-e3da8d2d0ee5" providerId="ADAL" clId="{6D24D4B8-718C-412F-8EF4-60897C3EA1FA}" dt="2024-03-26T13:24:25.416" v="698" actId="47"/>
        <pc:sldMkLst>
          <pc:docMk/>
          <pc:sldMk cId="3173064900" sldId="34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864663948" sldId="34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581501484" sldId="350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076046755" sldId="351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401254169" sldId="35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591550510" sldId="35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73545595" sldId="35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642218084" sldId="356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8703026" sldId="357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45119287" sldId="35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967560240" sldId="35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59703554" sldId="361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651038118" sldId="36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925606181" sldId="36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47055746" sldId="36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471957615" sldId="365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898843538" sldId="366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205796714" sldId="367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385757162" sldId="368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219980181" sldId="369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826487668" sldId="370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726380919" sldId="371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309488271" sldId="372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963761478" sldId="373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801183091" sldId="374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2693242969" sldId="375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1151909258" sldId="376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849872769" sldId="377"/>
        </pc:sldMkLst>
      </pc:sldChg>
      <pc:sldChg chg="del">
        <pc:chgData name="Cédric Schaffter" userId="553b4a19-b3bd-4c85-8b03-e3da8d2d0ee5" providerId="ADAL" clId="{6D24D4B8-718C-412F-8EF4-60897C3EA1FA}" dt="2024-03-26T13:24:17.191" v="696" actId="47"/>
        <pc:sldMkLst>
          <pc:docMk/>
          <pc:sldMk cId="309623908" sldId="378"/>
        </pc:sldMkLst>
      </pc:sldChg>
      <pc:sldChg chg="modSp add mod modNotesTx">
        <pc:chgData name="Cédric Schaffter" userId="553b4a19-b3bd-4c85-8b03-e3da8d2d0ee5" providerId="ADAL" clId="{6D24D4B8-718C-412F-8EF4-60897C3EA1FA}" dt="2024-04-16T10:44:55.922" v="2667" actId="5793"/>
        <pc:sldMkLst>
          <pc:docMk/>
          <pc:sldMk cId="2755665236" sldId="379"/>
        </pc:sldMkLst>
        <pc:spChg chg="mod">
          <ac:chgData name="Cédric Schaffter" userId="553b4a19-b3bd-4c85-8b03-e3da8d2d0ee5" providerId="ADAL" clId="{6D24D4B8-718C-412F-8EF4-60897C3EA1FA}" dt="2024-04-16T10:44:55.922" v="2667" actId="5793"/>
          <ac:spMkLst>
            <pc:docMk/>
            <pc:sldMk cId="2755665236" sldId="379"/>
            <ac:spMk id="3" creationId="{ECDD8913-80D5-66C0-DE37-D654360A75C4}"/>
          </ac:spMkLst>
        </pc:spChg>
      </pc:sldChg>
      <pc:sldChg chg="modSp del mod">
        <pc:chgData name="Cédric Schaffter" userId="553b4a19-b3bd-4c85-8b03-e3da8d2d0ee5" providerId="ADAL" clId="{6D24D4B8-718C-412F-8EF4-60897C3EA1FA}" dt="2024-03-26T15:37:32.038" v="1307" actId="2696"/>
        <pc:sldMkLst>
          <pc:docMk/>
          <pc:sldMk cId="4278092091" sldId="379"/>
        </pc:sldMkLst>
        <pc:spChg chg="mod">
          <ac:chgData name="Cédric Schaffter" userId="553b4a19-b3bd-4c85-8b03-e3da8d2d0ee5" providerId="ADAL" clId="{6D24D4B8-718C-412F-8EF4-60897C3EA1FA}" dt="2024-03-26T15:33:55.295" v="1209" actId="20577"/>
          <ac:spMkLst>
            <pc:docMk/>
            <pc:sldMk cId="4278092091" sldId="379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3-26T15:34:40.276" v="1273" actId="20577"/>
          <ac:spMkLst>
            <pc:docMk/>
            <pc:sldMk cId="4278092091" sldId="379"/>
            <ac:spMk id="3" creationId="{ECDD8913-80D5-66C0-DE37-D654360A75C4}"/>
          </ac:spMkLst>
        </pc:spChg>
      </pc:sldChg>
      <pc:sldChg chg="del">
        <pc:chgData name="Cédric Schaffter" userId="553b4a19-b3bd-4c85-8b03-e3da8d2d0ee5" providerId="ADAL" clId="{6D24D4B8-718C-412F-8EF4-60897C3EA1FA}" dt="2024-04-16T10:45:06.459" v="2668" actId="47"/>
        <pc:sldMkLst>
          <pc:docMk/>
          <pc:sldMk cId="3025779545" sldId="380"/>
        </pc:sldMkLst>
      </pc:sldChg>
      <pc:sldChg chg="modSp mod">
        <pc:chgData name="Cédric Schaffter" userId="553b4a19-b3bd-4c85-8b03-e3da8d2d0ee5" providerId="ADAL" clId="{6D24D4B8-718C-412F-8EF4-60897C3EA1FA}" dt="2024-04-16T11:13:03.186" v="2751" actId="15"/>
        <pc:sldMkLst>
          <pc:docMk/>
          <pc:sldMk cId="2153314333" sldId="382"/>
        </pc:sldMkLst>
        <pc:spChg chg="mod">
          <ac:chgData name="Cédric Schaffter" userId="553b4a19-b3bd-4c85-8b03-e3da8d2d0ee5" providerId="ADAL" clId="{6D24D4B8-718C-412F-8EF4-60897C3EA1FA}" dt="2024-04-16T11:13:03.186" v="2751" actId="15"/>
          <ac:spMkLst>
            <pc:docMk/>
            <pc:sldMk cId="2153314333" sldId="382"/>
            <ac:spMk id="3" creationId="{942E22A4-A7C2-811E-10FB-FA0F6AF6712F}"/>
          </ac:spMkLst>
        </pc:spChg>
      </pc:sldChg>
      <pc:sldChg chg="modSp add mod modNotesTx">
        <pc:chgData name="Cédric Schaffter" userId="553b4a19-b3bd-4c85-8b03-e3da8d2d0ee5" providerId="ADAL" clId="{6D24D4B8-718C-412F-8EF4-60897C3EA1FA}" dt="2024-03-26T15:33:47.722" v="1200" actId="20577"/>
        <pc:sldMkLst>
          <pc:docMk/>
          <pc:sldMk cId="1525042101" sldId="384"/>
        </pc:sldMkLst>
        <pc:spChg chg="mod">
          <ac:chgData name="Cédric Schaffter" userId="553b4a19-b3bd-4c85-8b03-e3da8d2d0ee5" providerId="ADAL" clId="{6D24D4B8-718C-412F-8EF4-60897C3EA1FA}" dt="2024-03-26T09:16:24.974" v="44" actId="20577"/>
          <ac:spMkLst>
            <pc:docMk/>
            <pc:sldMk cId="1525042101" sldId="384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3-26T14:41:56.401" v="1047" actId="20577"/>
          <ac:spMkLst>
            <pc:docMk/>
            <pc:sldMk cId="1525042101" sldId="384"/>
            <ac:spMk id="3" creationId="{ECDD8913-80D5-66C0-DE37-D654360A75C4}"/>
          </ac:spMkLst>
        </pc:spChg>
      </pc:sldChg>
      <pc:sldChg chg="addSp delSp modSp add mod">
        <pc:chgData name="Cédric Schaffter" userId="553b4a19-b3bd-4c85-8b03-e3da8d2d0ee5" providerId="ADAL" clId="{6D24D4B8-718C-412F-8EF4-60897C3EA1FA}" dt="2024-03-26T09:56:34.806" v="517" actId="20577"/>
        <pc:sldMkLst>
          <pc:docMk/>
          <pc:sldMk cId="1730031259" sldId="385"/>
        </pc:sldMkLst>
        <pc:spChg chg="mod">
          <ac:chgData name="Cédric Schaffter" userId="553b4a19-b3bd-4c85-8b03-e3da8d2d0ee5" providerId="ADAL" clId="{6D24D4B8-718C-412F-8EF4-60897C3EA1FA}" dt="2024-03-26T09:39:02.768" v="88" actId="20577"/>
          <ac:spMkLst>
            <pc:docMk/>
            <pc:sldMk cId="1730031259" sldId="385"/>
            <ac:spMk id="2" creationId="{5930DA6F-8E02-FE92-06B2-FCE42EDDB07D}"/>
          </ac:spMkLst>
        </pc:spChg>
        <pc:spChg chg="del">
          <ac:chgData name="Cédric Schaffter" userId="553b4a19-b3bd-4c85-8b03-e3da8d2d0ee5" providerId="ADAL" clId="{6D24D4B8-718C-412F-8EF4-60897C3EA1FA}" dt="2024-03-26T09:39:06.381" v="89" actId="478"/>
          <ac:spMkLst>
            <pc:docMk/>
            <pc:sldMk cId="1730031259" sldId="385"/>
            <ac:spMk id="3" creationId="{ECDD8913-80D5-66C0-DE37-D654360A75C4}"/>
          </ac:spMkLst>
        </pc:spChg>
        <pc:spChg chg="add del mod">
          <ac:chgData name="Cédric Schaffter" userId="553b4a19-b3bd-4c85-8b03-e3da8d2d0ee5" providerId="ADAL" clId="{6D24D4B8-718C-412F-8EF4-60897C3EA1FA}" dt="2024-03-26T09:42:13.730" v="90" actId="931"/>
          <ac:spMkLst>
            <pc:docMk/>
            <pc:sldMk cId="1730031259" sldId="385"/>
            <ac:spMk id="8" creationId="{6887DC5E-7059-7741-054F-EE1DCF7CD785}"/>
          </ac:spMkLst>
        </pc:spChg>
        <pc:spChg chg="add mod">
          <ac:chgData name="Cédric Schaffter" userId="553b4a19-b3bd-4c85-8b03-e3da8d2d0ee5" providerId="ADAL" clId="{6D24D4B8-718C-412F-8EF4-60897C3EA1FA}" dt="2024-03-26T09:47:12.174" v="192" actId="1037"/>
          <ac:spMkLst>
            <pc:docMk/>
            <pc:sldMk cId="1730031259" sldId="385"/>
            <ac:spMk id="11" creationId="{A0AB6BDC-1EBF-0E26-1C59-7A4282939769}"/>
          </ac:spMkLst>
        </pc:spChg>
        <pc:spChg chg="add mod">
          <ac:chgData name="Cédric Schaffter" userId="553b4a19-b3bd-4c85-8b03-e3da8d2d0ee5" providerId="ADAL" clId="{6D24D4B8-718C-412F-8EF4-60897C3EA1FA}" dt="2024-03-26T09:43:37.134" v="125" actId="1035"/>
          <ac:spMkLst>
            <pc:docMk/>
            <pc:sldMk cId="1730031259" sldId="385"/>
            <ac:spMk id="14" creationId="{7241E375-18D9-5E61-9D12-28F729232A14}"/>
          </ac:spMkLst>
        </pc:spChg>
        <pc:spChg chg="add mod">
          <ac:chgData name="Cédric Schaffter" userId="553b4a19-b3bd-4c85-8b03-e3da8d2d0ee5" providerId="ADAL" clId="{6D24D4B8-718C-412F-8EF4-60897C3EA1FA}" dt="2024-03-26T09:56:34.806" v="517" actId="20577"/>
          <ac:spMkLst>
            <pc:docMk/>
            <pc:sldMk cId="1730031259" sldId="385"/>
            <ac:spMk id="17" creationId="{831DFF62-590E-C851-6280-B9F6E8FFF9CB}"/>
          </ac:spMkLst>
        </pc:spChg>
        <pc:picChg chg="add mod">
          <ac:chgData name="Cédric Schaffter" userId="553b4a19-b3bd-4c85-8b03-e3da8d2d0ee5" providerId="ADAL" clId="{6D24D4B8-718C-412F-8EF4-60897C3EA1FA}" dt="2024-03-26T09:47:12.174" v="192" actId="1037"/>
          <ac:picMkLst>
            <pc:docMk/>
            <pc:sldMk cId="1730031259" sldId="385"/>
            <ac:picMk id="10" creationId="{2B413ED0-7207-202C-384D-8346A782B0F8}"/>
          </ac:picMkLst>
        </pc:picChg>
        <pc:picChg chg="add mod">
          <ac:chgData name="Cédric Schaffter" userId="553b4a19-b3bd-4c85-8b03-e3da8d2d0ee5" providerId="ADAL" clId="{6D24D4B8-718C-412F-8EF4-60897C3EA1FA}" dt="2024-03-26T09:43:14.333" v="107" actId="1076"/>
          <ac:picMkLst>
            <pc:docMk/>
            <pc:sldMk cId="1730031259" sldId="385"/>
            <ac:picMk id="13" creationId="{2B68DE75-A599-06C0-15C8-448D3F443179}"/>
          </ac:picMkLst>
        </pc:picChg>
        <pc:picChg chg="add del mod">
          <ac:chgData name="Cédric Schaffter" userId="553b4a19-b3bd-4c85-8b03-e3da8d2d0ee5" providerId="ADAL" clId="{6D24D4B8-718C-412F-8EF4-60897C3EA1FA}" dt="2024-03-26T09:49:29.201" v="210" actId="21"/>
          <ac:picMkLst>
            <pc:docMk/>
            <pc:sldMk cId="1730031259" sldId="385"/>
            <ac:picMk id="19" creationId="{02FA75B3-B47C-60AD-1A90-0638E02AD272}"/>
          </ac:picMkLst>
        </pc:picChg>
        <pc:cxnChg chg="add mod">
          <ac:chgData name="Cédric Schaffter" userId="553b4a19-b3bd-4c85-8b03-e3da8d2d0ee5" providerId="ADAL" clId="{6D24D4B8-718C-412F-8EF4-60897C3EA1FA}" dt="2024-03-26T09:47:58.066" v="196" actId="208"/>
          <ac:cxnSpMkLst>
            <pc:docMk/>
            <pc:sldMk cId="1730031259" sldId="385"/>
            <ac:cxnSpMk id="16" creationId="{C8B7AA75-3A8F-5886-211A-95FF3553432D}"/>
          </ac:cxnSpMkLst>
        </pc:cxnChg>
      </pc:sldChg>
      <pc:sldChg chg="modSp add del mod ord">
        <pc:chgData name="Cédric Schaffter" userId="553b4a19-b3bd-4c85-8b03-e3da8d2d0ee5" providerId="ADAL" clId="{6D24D4B8-718C-412F-8EF4-60897C3EA1FA}" dt="2024-04-16T11:13:25.669" v="2756" actId="47"/>
        <pc:sldMkLst>
          <pc:docMk/>
          <pc:sldMk cId="330466885" sldId="386"/>
        </pc:sldMkLst>
        <pc:spChg chg="mod">
          <ac:chgData name="Cédric Schaffter" userId="553b4a19-b3bd-4c85-8b03-e3da8d2d0ee5" providerId="ADAL" clId="{6D24D4B8-718C-412F-8EF4-60897C3EA1FA}" dt="2024-03-26T09:44:18.093" v="159" actId="20577"/>
          <ac:spMkLst>
            <pc:docMk/>
            <pc:sldMk cId="330466885" sldId="386"/>
            <ac:spMk id="2" creationId="{577CA417-48A2-4EC1-BB6A-E88DDE96D870}"/>
          </ac:spMkLst>
        </pc:spChg>
      </pc:sldChg>
      <pc:sldChg chg="add">
        <pc:chgData name="Cédric Schaffter" userId="553b4a19-b3bd-4c85-8b03-e3da8d2d0ee5" providerId="ADAL" clId="{6D24D4B8-718C-412F-8EF4-60897C3EA1FA}" dt="2024-03-26T09:56:42.976" v="519"/>
        <pc:sldMkLst>
          <pc:docMk/>
          <pc:sldMk cId="269870384" sldId="387"/>
        </pc:sldMkLst>
      </pc:sldChg>
      <pc:sldChg chg="add del">
        <pc:chgData name="Cédric Schaffter" userId="553b4a19-b3bd-4c85-8b03-e3da8d2d0ee5" providerId="ADAL" clId="{6D24D4B8-718C-412F-8EF4-60897C3EA1FA}" dt="2024-03-26T09:56:40.083" v="518" actId="2696"/>
        <pc:sldMkLst>
          <pc:docMk/>
          <pc:sldMk cId="4014786671" sldId="387"/>
        </pc:sldMkLst>
      </pc:sldChg>
      <pc:sldChg chg="addSp modSp add mod">
        <pc:chgData name="Cédric Schaffter" userId="553b4a19-b3bd-4c85-8b03-e3da8d2d0ee5" providerId="ADAL" clId="{6D24D4B8-718C-412F-8EF4-60897C3EA1FA}" dt="2024-03-26T09:56:28.928" v="514" actId="20577"/>
        <pc:sldMkLst>
          <pc:docMk/>
          <pc:sldMk cId="1872610843" sldId="388"/>
        </pc:sldMkLst>
        <pc:spChg chg="add mod">
          <ac:chgData name="Cédric Schaffter" userId="553b4a19-b3bd-4c85-8b03-e3da8d2d0ee5" providerId="ADAL" clId="{6D24D4B8-718C-412F-8EF4-60897C3EA1FA}" dt="2024-03-26T09:50:01.301" v="227" actId="1076"/>
          <ac:spMkLst>
            <pc:docMk/>
            <pc:sldMk cId="1872610843" sldId="388"/>
            <ac:spMk id="3" creationId="{32088F62-B977-DF7B-D3CD-454CB0B44758}"/>
          </ac:spMkLst>
        </pc:spChg>
        <pc:spChg chg="mod">
          <ac:chgData name="Cédric Schaffter" userId="553b4a19-b3bd-4c85-8b03-e3da8d2d0ee5" providerId="ADAL" clId="{6D24D4B8-718C-412F-8EF4-60897C3EA1FA}" dt="2024-03-26T09:56:28.928" v="514" actId="20577"/>
          <ac:spMkLst>
            <pc:docMk/>
            <pc:sldMk cId="1872610843" sldId="388"/>
            <ac:spMk id="17" creationId="{831DFF62-590E-C851-6280-B9F6E8FFF9CB}"/>
          </ac:spMkLst>
        </pc:spChg>
        <pc:picChg chg="add mod">
          <ac:chgData name="Cédric Schaffter" userId="553b4a19-b3bd-4c85-8b03-e3da8d2d0ee5" providerId="ADAL" clId="{6D24D4B8-718C-412F-8EF4-60897C3EA1FA}" dt="2024-03-26T09:49:45.095" v="215" actId="1076"/>
          <ac:picMkLst>
            <pc:docMk/>
            <pc:sldMk cId="1872610843" sldId="388"/>
            <ac:picMk id="19" creationId="{02FA75B3-B47C-60AD-1A90-0638E02AD272}"/>
          </ac:picMkLst>
        </pc:picChg>
      </pc:sldChg>
      <pc:sldChg chg="addSp modSp add mod modNotesTx">
        <pc:chgData name="Cédric Schaffter" userId="553b4a19-b3bd-4c85-8b03-e3da8d2d0ee5" providerId="ADAL" clId="{6D24D4B8-718C-412F-8EF4-60897C3EA1FA}" dt="2024-04-16T10:39:15.563" v="2289"/>
        <pc:sldMkLst>
          <pc:docMk/>
          <pc:sldMk cId="2010603482" sldId="389"/>
        </pc:sldMkLst>
        <pc:spChg chg="add mod">
          <ac:chgData name="Cédric Schaffter" userId="553b4a19-b3bd-4c85-8b03-e3da8d2d0ee5" providerId="ADAL" clId="{6D24D4B8-718C-412F-8EF4-60897C3EA1FA}" dt="2024-03-26T09:54:41.910" v="427" actId="20577"/>
          <ac:spMkLst>
            <pc:docMk/>
            <pc:sldMk cId="2010603482" sldId="389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3-26T09:54:38.220" v="424" actId="20577"/>
          <ac:spMkLst>
            <pc:docMk/>
            <pc:sldMk cId="2010603482" sldId="389"/>
            <ac:spMk id="17" creationId="{831DFF62-590E-C851-6280-B9F6E8FFF9CB}"/>
          </ac:spMkLst>
        </pc:spChg>
        <pc:cxnChg chg="add mod">
          <ac:chgData name="Cédric Schaffter" userId="553b4a19-b3bd-4c85-8b03-e3da8d2d0ee5" providerId="ADAL" clId="{6D24D4B8-718C-412F-8EF4-60897C3EA1FA}" dt="2024-03-26T09:50:32.985" v="232" actId="14100"/>
          <ac:cxnSpMkLst>
            <pc:docMk/>
            <pc:sldMk cId="2010603482" sldId="389"/>
            <ac:cxnSpMk id="7" creationId="{390E85FE-3B59-C37D-29D2-96030F3337F0}"/>
          </ac:cxnSpMkLst>
        </pc:cxnChg>
        <pc:cxnChg chg="add mod">
          <ac:chgData name="Cédric Schaffter" userId="553b4a19-b3bd-4c85-8b03-e3da8d2d0ee5" providerId="ADAL" clId="{6D24D4B8-718C-412F-8EF4-60897C3EA1FA}" dt="2024-04-16T10:39:15.563" v="2289"/>
          <ac:cxnSpMkLst>
            <pc:docMk/>
            <pc:sldMk cId="2010603482" sldId="389"/>
            <ac:cxnSpMk id="8" creationId="{264D7CF3-3F6B-4478-3FB0-003DF5AE59E5}"/>
          </ac:cxnSpMkLst>
        </pc:cxnChg>
      </pc:sldChg>
      <pc:sldChg chg="addSp delSp modSp add mod modNotesTx">
        <pc:chgData name="Cédric Schaffter" userId="553b4a19-b3bd-4c85-8b03-e3da8d2d0ee5" providerId="ADAL" clId="{6D24D4B8-718C-412F-8EF4-60897C3EA1FA}" dt="2024-04-16T10:43:07.442" v="2595" actId="20577"/>
        <pc:sldMkLst>
          <pc:docMk/>
          <pc:sldMk cId="1422670564" sldId="390"/>
        </pc:sldMkLst>
        <pc:spChg chg="add mod">
          <ac:chgData name="Cédric Schaffter" userId="553b4a19-b3bd-4c85-8b03-e3da8d2d0ee5" providerId="ADAL" clId="{6D24D4B8-718C-412F-8EF4-60897C3EA1FA}" dt="2024-04-16T10:40:24.322" v="2370" actId="20577"/>
          <ac:spMkLst>
            <pc:docMk/>
            <pc:sldMk cId="1422670564" sldId="390"/>
            <ac:spMk id="9" creationId="{F33A0C4F-EBF9-F4C7-D0A2-F21C7FDD2045}"/>
          </ac:spMkLst>
        </pc:spChg>
        <pc:spChg chg="mod">
          <ac:chgData name="Cédric Schaffter" userId="553b4a19-b3bd-4c85-8b03-e3da8d2d0ee5" providerId="ADAL" clId="{6D24D4B8-718C-412F-8EF4-60897C3EA1FA}" dt="2024-03-26T09:54:53.223" v="433" actId="20577"/>
          <ac:spMkLst>
            <pc:docMk/>
            <pc:sldMk cId="1422670564" sldId="390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3-26T09:54:48.397" v="430" actId="20577"/>
          <ac:spMkLst>
            <pc:docMk/>
            <pc:sldMk cId="1422670564" sldId="390"/>
            <ac:spMk id="17" creationId="{831DFF62-590E-C851-6280-B9F6E8FFF9CB}"/>
          </ac:spMkLst>
        </pc:spChg>
        <pc:cxnChg chg="add del mod">
          <ac:chgData name="Cédric Schaffter" userId="553b4a19-b3bd-4c85-8b03-e3da8d2d0ee5" providerId="ADAL" clId="{6D24D4B8-718C-412F-8EF4-60897C3EA1FA}" dt="2024-04-16T10:39:33.642" v="2291" actId="478"/>
          <ac:cxnSpMkLst>
            <pc:docMk/>
            <pc:sldMk cId="1422670564" sldId="390"/>
            <ac:cxnSpMk id="8" creationId="{77940510-1C47-C323-8425-4D0653A2A7EB}"/>
          </ac:cxnSpMkLst>
        </pc:cxnChg>
      </pc:sldChg>
      <pc:sldChg chg="addSp modSp add del mod">
        <pc:chgData name="Cédric Schaffter" userId="553b4a19-b3bd-4c85-8b03-e3da8d2d0ee5" providerId="ADAL" clId="{6D24D4B8-718C-412F-8EF4-60897C3EA1FA}" dt="2024-04-16T10:40:40.418" v="2371" actId="47"/>
        <pc:sldMkLst>
          <pc:docMk/>
          <pc:sldMk cId="3279792584" sldId="391"/>
        </pc:sldMkLst>
        <pc:spChg chg="add mod">
          <ac:chgData name="Cédric Schaffter" userId="553b4a19-b3bd-4c85-8b03-e3da8d2d0ee5" providerId="ADAL" clId="{6D24D4B8-718C-412F-8EF4-60897C3EA1FA}" dt="2024-03-26T09:55:21.854" v="473" actId="20577"/>
          <ac:spMkLst>
            <pc:docMk/>
            <pc:sldMk cId="3279792584" sldId="391"/>
            <ac:spMk id="9" creationId="{FEE1D0B3-4C39-D52B-EAAF-6EA67F710C9D}"/>
          </ac:spMkLst>
        </pc:spChg>
      </pc:sldChg>
      <pc:sldChg chg="addSp modSp add del mod modNotesTx">
        <pc:chgData name="Cédric Schaffter" userId="553b4a19-b3bd-4c85-8b03-e3da8d2d0ee5" providerId="ADAL" clId="{6D24D4B8-718C-412F-8EF4-60897C3EA1FA}" dt="2024-04-16T10:40:43.046" v="2372" actId="47"/>
        <pc:sldMkLst>
          <pc:docMk/>
          <pc:sldMk cId="3920962556" sldId="392"/>
        </pc:sldMkLst>
        <pc:spChg chg="add mod">
          <ac:chgData name="Cédric Schaffter" userId="553b4a19-b3bd-4c85-8b03-e3da8d2d0ee5" providerId="ADAL" clId="{6D24D4B8-718C-412F-8EF4-60897C3EA1FA}" dt="2024-03-26T09:56:04.499" v="511" actId="20577"/>
          <ac:spMkLst>
            <pc:docMk/>
            <pc:sldMk cId="3920962556" sldId="392"/>
            <ac:spMk id="21" creationId="{02C95303-F3E0-7401-912A-0797EE5C401C}"/>
          </ac:spMkLst>
        </pc:spChg>
        <pc:cxnChg chg="add mod">
          <ac:chgData name="Cédric Schaffter" userId="553b4a19-b3bd-4c85-8b03-e3da8d2d0ee5" providerId="ADAL" clId="{6D24D4B8-718C-412F-8EF4-60897C3EA1FA}" dt="2024-03-26T09:55:43.691" v="479" actId="14100"/>
          <ac:cxnSpMkLst>
            <pc:docMk/>
            <pc:sldMk cId="3920962556" sldId="392"/>
            <ac:cxnSpMk id="15" creationId="{0A010B6F-CD25-371D-F06F-499741F54858}"/>
          </ac:cxnSpMkLst>
        </pc:cxnChg>
      </pc:sldChg>
      <pc:sldChg chg="addSp delSp modSp add mod modNotesTx">
        <pc:chgData name="Cédric Schaffter" userId="553b4a19-b3bd-4c85-8b03-e3da8d2d0ee5" providerId="ADAL" clId="{6D24D4B8-718C-412F-8EF4-60897C3EA1FA}" dt="2024-04-16T11:10:27.083" v="2738" actId="207"/>
        <pc:sldMkLst>
          <pc:docMk/>
          <pc:sldMk cId="98975589" sldId="393"/>
        </pc:sldMkLst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3" creationId="{32088F62-B977-DF7B-D3CD-454CB0B44758}"/>
          </ac:spMkLst>
        </pc:spChg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9" creationId="{FEE1D0B3-4C39-D52B-EAAF-6EA67F710C9D}"/>
          </ac:spMkLst>
        </pc:spChg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11" creationId="{A0AB6BDC-1EBF-0E26-1C59-7A4282939769}"/>
          </ac:spMkLst>
        </pc:spChg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3-26T09:58:01.468" v="521" actId="207"/>
          <ac:spMkLst>
            <pc:docMk/>
            <pc:sldMk cId="98975589" sldId="393"/>
            <ac:spMk id="17" creationId="{831DFF62-590E-C851-6280-B9F6E8FFF9CB}"/>
          </ac:spMkLst>
        </pc:spChg>
        <pc:spChg chg="mod">
          <ac:chgData name="Cédric Schaffter" userId="553b4a19-b3bd-4c85-8b03-e3da8d2d0ee5" providerId="ADAL" clId="{6D24D4B8-718C-412F-8EF4-60897C3EA1FA}" dt="2024-04-16T11:10:27.083" v="2738" actId="207"/>
          <ac:spMkLst>
            <pc:docMk/>
            <pc:sldMk cId="98975589" sldId="393"/>
            <ac:spMk id="21" creationId="{02C95303-F3E0-7401-912A-0797EE5C401C}"/>
          </ac:spMkLst>
        </pc:spChg>
        <pc:picChg chg="add del mod">
          <ac:chgData name="Cédric Schaffter" userId="553b4a19-b3bd-4c85-8b03-e3da8d2d0ee5" providerId="ADAL" clId="{6D24D4B8-718C-412F-8EF4-60897C3EA1FA}" dt="2024-04-16T11:10:02.733" v="2731" actId="478"/>
          <ac:picMkLst>
            <pc:docMk/>
            <pc:sldMk cId="98975589" sldId="393"/>
            <ac:picMk id="18" creationId="{72F10A2D-E46F-F04A-DEB4-E8A46298C6BF}"/>
          </ac:picMkLst>
        </pc:picChg>
        <pc:picChg chg="add mod">
          <ac:chgData name="Cédric Schaffter" userId="553b4a19-b3bd-4c85-8b03-e3da8d2d0ee5" providerId="ADAL" clId="{6D24D4B8-718C-412F-8EF4-60897C3EA1FA}" dt="2024-03-26T09:59:09.360" v="526" actId="207"/>
          <ac:picMkLst>
            <pc:docMk/>
            <pc:sldMk cId="98975589" sldId="393"/>
            <ac:picMk id="20" creationId="{7C97B21D-69A2-05DC-75CF-845E25BBB2C6}"/>
          </ac:picMkLst>
        </pc:picChg>
      </pc:sldChg>
      <pc:sldChg chg="add del">
        <pc:chgData name="Cédric Schaffter" userId="553b4a19-b3bd-4c85-8b03-e3da8d2d0ee5" providerId="ADAL" clId="{6D24D4B8-718C-412F-8EF4-60897C3EA1FA}" dt="2024-04-16T10:34:50.178" v="2186" actId="47"/>
        <pc:sldMkLst>
          <pc:docMk/>
          <pc:sldMk cId="100121470" sldId="394"/>
        </pc:sldMkLst>
      </pc:sldChg>
      <pc:sldChg chg="delSp modSp add mod">
        <pc:chgData name="Cédric Schaffter" userId="553b4a19-b3bd-4c85-8b03-e3da8d2d0ee5" providerId="ADAL" clId="{6D24D4B8-718C-412F-8EF4-60897C3EA1FA}" dt="2024-03-26T15:33:34.031" v="1199" actId="1076"/>
        <pc:sldMkLst>
          <pc:docMk/>
          <pc:sldMk cId="77290855" sldId="395"/>
        </pc:sldMkLst>
        <pc:spChg chg="mod">
          <ac:chgData name="Cédric Schaffter" userId="553b4a19-b3bd-4c85-8b03-e3da8d2d0ee5" providerId="ADAL" clId="{6D24D4B8-718C-412F-8EF4-60897C3EA1FA}" dt="2024-03-26T15:33:34.031" v="1199" actId="1076"/>
          <ac:spMkLst>
            <pc:docMk/>
            <pc:sldMk cId="77290855" sldId="395"/>
            <ac:spMk id="3" creationId="{32088F62-B977-DF7B-D3CD-454CB0B44758}"/>
          </ac:spMkLst>
        </pc:spChg>
        <pc:spChg chg="del">
          <ac:chgData name="Cédric Schaffter" userId="553b4a19-b3bd-4c85-8b03-e3da8d2d0ee5" providerId="ADAL" clId="{6D24D4B8-718C-412F-8EF4-60897C3EA1FA}" dt="2024-03-26T09:59:52.784" v="530" actId="478"/>
          <ac:spMkLst>
            <pc:docMk/>
            <pc:sldMk cId="77290855" sldId="395"/>
            <ac:spMk id="9" creationId="{FEE1D0B3-4C39-D52B-EAAF-6EA67F710C9D}"/>
          </ac:spMkLst>
        </pc:spChg>
        <pc:spChg chg="mod">
          <ac:chgData name="Cédric Schaffter" userId="553b4a19-b3bd-4c85-8b03-e3da8d2d0ee5" providerId="ADAL" clId="{6D24D4B8-718C-412F-8EF4-60897C3EA1FA}" dt="2024-03-26T10:00:02.694" v="532" actId="207"/>
          <ac:spMkLst>
            <pc:docMk/>
            <pc:sldMk cId="77290855" sldId="395"/>
            <ac:spMk id="11" creationId="{A0AB6BDC-1EBF-0E26-1C59-7A4282939769}"/>
          </ac:spMkLst>
        </pc:spChg>
        <pc:spChg chg="del mod">
          <ac:chgData name="Cédric Schaffter" userId="553b4a19-b3bd-4c85-8b03-e3da8d2d0ee5" providerId="ADAL" clId="{6D24D4B8-718C-412F-8EF4-60897C3EA1FA}" dt="2024-03-26T15:32:33.379" v="1114" actId="478"/>
          <ac:spMkLst>
            <pc:docMk/>
            <pc:sldMk cId="77290855" sldId="395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3-26T15:33:03.356" v="1157" actId="1076"/>
          <ac:spMkLst>
            <pc:docMk/>
            <pc:sldMk cId="77290855" sldId="395"/>
            <ac:spMk id="17" creationId="{831DFF62-590E-C851-6280-B9F6E8FFF9CB}"/>
          </ac:spMkLst>
        </pc:spChg>
        <pc:spChg chg="mod">
          <ac:chgData name="Cédric Schaffter" userId="553b4a19-b3bd-4c85-8b03-e3da8d2d0ee5" providerId="ADAL" clId="{6D24D4B8-718C-412F-8EF4-60897C3EA1FA}" dt="2024-03-26T15:33:14.915" v="1170" actId="20577"/>
          <ac:spMkLst>
            <pc:docMk/>
            <pc:sldMk cId="77290855" sldId="395"/>
            <ac:spMk id="21" creationId="{02C95303-F3E0-7401-912A-0797EE5C401C}"/>
          </ac:spMkLst>
        </pc:spChg>
        <pc:picChg chg="del">
          <ac:chgData name="Cédric Schaffter" userId="553b4a19-b3bd-4c85-8b03-e3da8d2d0ee5" providerId="ADAL" clId="{6D24D4B8-718C-412F-8EF4-60897C3EA1FA}" dt="2024-03-26T15:32:30.262" v="1113" actId="478"/>
          <ac:picMkLst>
            <pc:docMk/>
            <pc:sldMk cId="77290855" sldId="395"/>
            <ac:picMk id="19" creationId="{02FA75B3-B47C-60AD-1A90-0638E02AD272}"/>
          </ac:picMkLst>
        </pc:picChg>
        <pc:picChg chg="del">
          <ac:chgData name="Cédric Schaffter" userId="553b4a19-b3bd-4c85-8b03-e3da8d2d0ee5" providerId="ADAL" clId="{6D24D4B8-718C-412F-8EF4-60897C3EA1FA}" dt="2024-03-26T09:59:47.409" v="528" actId="478"/>
          <ac:picMkLst>
            <pc:docMk/>
            <pc:sldMk cId="77290855" sldId="395"/>
            <ac:picMk id="20" creationId="{7C97B21D-69A2-05DC-75CF-845E25BBB2C6}"/>
          </ac:picMkLst>
        </pc:picChg>
        <pc:cxnChg chg="del">
          <ac:chgData name="Cédric Schaffter" userId="553b4a19-b3bd-4c85-8b03-e3da8d2d0ee5" providerId="ADAL" clId="{6D24D4B8-718C-412F-8EF4-60897C3EA1FA}" dt="2024-03-26T15:32:58.813" v="1156" actId="478"/>
          <ac:cxnSpMkLst>
            <pc:docMk/>
            <pc:sldMk cId="77290855" sldId="395"/>
            <ac:cxnSpMk id="7" creationId="{390E85FE-3B59-C37D-29D2-96030F3337F0}"/>
          </ac:cxnSpMkLst>
        </pc:cxnChg>
        <pc:cxnChg chg="del">
          <ac:chgData name="Cédric Schaffter" userId="553b4a19-b3bd-4c85-8b03-e3da8d2d0ee5" providerId="ADAL" clId="{6D24D4B8-718C-412F-8EF4-60897C3EA1FA}" dt="2024-03-26T09:59:49.204" v="529" actId="478"/>
          <ac:cxnSpMkLst>
            <pc:docMk/>
            <pc:sldMk cId="77290855" sldId="395"/>
            <ac:cxnSpMk id="8" creationId="{77940510-1C47-C323-8425-4D0653A2A7EB}"/>
          </ac:cxnSpMkLst>
        </pc:cxnChg>
      </pc:sldChg>
      <pc:sldChg chg="modSp add mod">
        <pc:chgData name="Cédric Schaffter" userId="553b4a19-b3bd-4c85-8b03-e3da8d2d0ee5" providerId="ADAL" clId="{6D24D4B8-718C-412F-8EF4-60897C3EA1FA}" dt="2024-03-26T10:06:15.189" v="569" actId="20577"/>
        <pc:sldMkLst>
          <pc:docMk/>
          <pc:sldMk cId="2335978113" sldId="396"/>
        </pc:sldMkLst>
        <pc:spChg chg="mod">
          <ac:chgData name="Cédric Schaffter" userId="553b4a19-b3bd-4c85-8b03-e3da8d2d0ee5" providerId="ADAL" clId="{6D24D4B8-718C-412F-8EF4-60897C3EA1FA}" dt="2024-03-26T10:06:15.189" v="569" actId="20577"/>
          <ac:spMkLst>
            <pc:docMk/>
            <pc:sldMk cId="2335978113" sldId="396"/>
            <ac:spMk id="2" creationId="{577CA417-48A2-4EC1-BB6A-E88DDE96D870}"/>
          </ac:spMkLst>
        </pc:spChg>
      </pc:sldChg>
      <pc:sldChg chg="modSp add mod modNotesTx">
        <pc:chgData name="Cédric Schaffter" userId="553b4a19-b3bd-4c85-8b03-e3da8d2d0ee5" providerId="ADAL" clId="{6D24D4B8-718C-412F-8EF4-60897C3EA1FA}" dt="2024-04-16T09:20:17.214" v="2069" actId="20577"/>
        <pc:sldMkLst>
          <pc:docMk/>
          <pc:sldMk cId="3885600170" sldId="397"/>
        </pc:sldMkLst>
        <pc:spChg chg="mod">
          <ac:chgData name="Cédric Schaffter" userId="553b4a19-b3bd-4c85-8b03-e3da8d2d0ee5" providerId="ADAL" clId="{6D24D4B8-718C-412F-8EF4-60897C3EA1FA}" dt="2024-03-26T10:06:45.773" v="602" actId="27636"/>
          <ac:spMkLst>
            <pc:docMk/>
            <pc:sldMk cId="3885600170" sldId="397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4-16T09:18:51.146" v="1847" actId="113"/>
          <ac:spMkLst>
            <pc:docMk/>
            <pc:sldMk cId="3885600170" sldId="397"/>
            <ac:spMk id="3" creationId="{ECDD8913-80D5-66C0-DE37-D654360A75C4}"/>
          </ac:spMkLst>
        </pc:spChg>
      </pc:sldChg>
      <pc:sldChg chg="modSp add mod">
        <pc:chgData name="Cédric Schaffter" userId="553b4a19-b3bd-4c85-8b03-e3da8d2d0ee5" providerId="ADAL" clId="{6D24D4B8-718C-412F-8EF4-60897C3EA1FA}" dt="2024-03-26T13:25:24.525" v="748" actId="20577"/>
        <pc:sldMkLst>
          <pc:docMk/>
          <pc:sldMk cId="2495359110" sldId="398"/>
        </pc:sldMkLst>
        <pc:spChg chg="mod">
          <ac:chgData name="Cédric Schaffter" userId="553b4a19-b3bd-4c85-8b03-e3da8d2d0ee5" providerId="ADAL" clId="{6D24D4B8-718C-412F-8EF4-60897C3EA1FA}" dt="2024-03-26T13:25:24.525" v="748" actId="20577"/>
          <ac:spMkLst>
            <pc:docMk/>
            <pc:sldMk cId="2495359110" sldId="398"/>
            <ac:spMk id="2" creationId="{577CA417-48A2-4EC1-BB6A-E88DDE96D870}"/>
          </ac:spMkLst>
        </pc:spChg>
      </pc:sldChg>
      <pc:sldChg chg="modSp add mod">
        <pc:chgData name="Cédric Schaffter" userId="553b4a19-b3bd-4c85-8b03-e3da8d2d0ee5" providerId="ADAL" clId="{6D24D4B8-718C-412F-8EF4-60897C3EA1FA}" dt="2024-03-26T15:14:28.400" v="1112" actId="20577"/>
        <pc:sldMkLst>
          <pc:docMk/>
          <pc:sldMk cId="3062968195" sldId="399"/>
        </pc:sldMkLst>
        <pc:spChg chg="mod">
          <ac:chgData name="Cédric Schaffter" userId="553b4a19-b3bd-4c85-8b03-e3da8d2d0ee5" providerId="ADAL" clId="{6D24D4B8-718C-412F-8EF4-60897C3EA1FA}" dt="2024-03-26T14:42:37.715" v="1068" actId="20577"/>
          <ac:spMkLst>
            <pc:docMk/>
            <pc:sldMk cId="3062968195" sldId="399"/>
            <ac:spMk id="2" creationId="{6E891AC1-7757-84E9-A4B6-A3DAC9873AC8}"/>
          </ac:spMkLst>
        </pc:spChg>
        <pc:spChg chg="mod">
          <ac:chgData name="Cédric Schaffter" userId="553b4a19-b3bd-4c85-8b03-e3da8d2d0ee5" providerId="ADAL" clId="{6D24D4B8-718C-412F-8EF4-60897C3EA1FA}" dt="2024-03-26T15:14:28.400" v="1112" actId="20577"/>
          <ac:spMkLst>
            <pc:docMk/>
            <pc:sldMk cId="3062968195" sldId="399"/>
            <ac:spMk id="3" creationId="{942E22A4-A7C2-811E-10FB-FA0F6AF6712F}"/>
          </ac:spMkLst>
        </pc:spChg>
      </pc:sldChg>
      <pc:sldChg chg="modSp add del mod">
        <pc:chgData name="Cédric Schaffter" userId="553b4a19-b3bd-4c85-8b03-e3da8d2d0ee5" providerId="ADAL" clId="{6D24D4B8-718C-412F-8EF4-60897C3EA1FA}" dt="2024-04-16T09:17:33.312" v="1783" actId="47"/>
        <pc:sldMkLst>
          <pc:docMk/>
          <pc:sldMk cId="2319657944" sldId="400"/>
        </pc:sldMkLst>
        <pc:spChg chg="mod">
          <ac:chgData name="Cédric Schaffter" userId="553b4a19-b3bd-4c85-8b03-e3da8d2d0ee5" providerId="ADAL" clId="{6D24D4B8-718C-412F-8EF4-60897C3EA1FA}" dt="2024-03-26T14:26:06.538" v="774" actId="20577"/>
          <ac:spMkLst>
            <pc:docMk/>
            <pc:sldMk cId="2319657944" sldId="400"/>
            <ac:spMk id="2" creationId="{577CA417-48A2-4EC1-BB6A-E88DDE96D870}"/>
          </ac:spMkLst>
        </pc:spChg>
      </pc:sldChg>
      <pc:sldChg chg="addSp modSp add del mod modNotesTx">
        <pc:chgData name="Cédric Schaffter" userId="553b4a19-b3bd-4c85-8b03-e3da8d2d0ee5" providerId="ADAL" clId="{6D24D4B8-718C-412F-8EF4-60897C3EA1FA}" dt="2024-04-16T09:17:41.473" v="1784" actId="47"/>
        <pc:sldMkLst>
          <pc:docMk/>
          <pc:sldMk cId="2385961528" sldId="401"/>
        </pc:sldMkLst>
        <pc:spChg chg="mod">
          <ac:chgData name="Cédric Schaffter" userId="553b4a19-b3bd-4c85-8b03-e3da8d2d0ee5" providerId="ADAL" clId="{6D24D4B8-718C-412F-8EF4-60897C3EA1FA}" dt="2024-03-26T14:26:19.559" v="788" actId="20577"/>
          <ac:spMkLst>
            <pc:docMk/>
            <pc:sldMk cId="2385961528" sldId="401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3-26T14:31:43.671" v="976" actId="20577"/>
          <ac:spMkLst>
            <pc:docMk/>
            <pc:sldMk cId="2385961528" sldId="401"/>
            <ac:spMk id="3" creationId="{ECDD8913-80D5-66C0-DE37-D654360A75C4}"/>
          </ac:spMkLst>
        </pc:spChg>
        <pc:spChg chg="add">
          <ac:chgData name="Cédric Schaffter" userId="553b4a19-b3bd-4c85-8b03-e3da8d2d0ee5" providerId="ADAL" clId="{6D24D4B8-718C-412F-8EF4-60897C3EA1FA}" dt="2024-03-26T14:27:14.242" v="855"/>
          <ac:spMkLst>
            <pc:docMk/>
            <pc:sldMk cId="2385961528" sldId="401"/>
            <ac:spMk id="7" creationId="{5B6B813C-C867-7FA0-422A-B44FE42FA212}"/>
          </ac:spMkLst>
        </pc:spChg>
      </pc:sldChg>
      <pc:sldChg chg="add">
        <pc:chgData name="Cédric Schaffter" userId="553b4a19-b3bd-4c85-8b03-e3da8d2d0ee5" providerId="ADAL" clId="{6D24D4B8-718C-412F-8EF4-60897C3EA1FA}" dt="2024-03-26T14:42:28.083" v="1048" actId="2890"/>
        <pc:sldMkLst>
          <pc:docMk/>
          <pc:sldMk cId="30676770" sldId="402"/>
        </pc:sldMkLst>
      </pc:sldChg>
      <pc:sldChg chg="add del">
        <pc:chgData name="Cédric Schaffter" userId="553b4a19-b3bd-4c85-8b03-e3da8d2d0ee5" providerId="ADAL" clId="{6D24D4B8-718C-412F-8EF4-60897C3EA1FA}" dt="2024-03-26T14:45:33.957" v="1072"/>
        <pc:sldMkLst>
          <pc:docMk/>
          <pc:sldMk cId="229424866" sldId="403"/>
        </pc:sldMkLst>
      </pc:sldChg>
      <pc:sldChg chg="modSp add mod">
        <pc:chgData name="Cédric Schaffter" userId="553b4a19-b3bd-4c85-8b03-e3da8d2d0ee5" providerId="ADAL" clId="{6D24D4B8-718C-412F-8EF4-60897C3EA1FA}" dt="2024-04-16T11:11:38.297" v="2746" actId="20577"/>
        <pc:sldMkLst>
          <pc:docMk/>
          <pc:sldMk cId="483106605" sldId="403"/>
        </pc:sldMkLst>
        <pc:spChg chg="mod">
          <ac:chgData name="Cédric Schaffter" userId="553b4a19-b3bd-4c85-8b03-e3da8d2d0ee5" providerId="ADAL" clId="{6D24D4B8-718C-412F-8EF4-60897C3EA1FA}" dt="2024-04-16T11:11:38.297" v="2746" actId="20577"/>
          <ac:spMkLst>
            <pc:docMk/>
            <pc:sldMk cId="483106605" sldId="403"/>
            <ac:spMk id="2" creationId="{577CA417-48A2-4EC1-BB6A-E88DDE96D870}"/>
          </ac:spMkLst>
        </pc:spChg>
      </pc:sldChg>
      <pc:sldChg chg="modSp add del mod">
        <pc:chgData name="Cédric Schaffter" userId="553b4a19-b3bd-4c85-8b03-e3da8d2d0ee5" providerId="ADAL" clId="{6D24D4B8-718C-412F-8EF4-60897C3EA1FA}" dt="2024-03-26T15:37:08.850" v="1305" actId="2696"/>
        <pc:sldMkLst>
          <pc:docMk/>
          <pc:sldMk cId="3777192608" sldId="403"/>
        </pc:sldMkLst>
        <pc:spChg chg="mod">
          <ac:chgData name="Cédric Schaffter" userId="553b4a19-b3bd-4c85-8b03-e3da8d2d0ee5" providerId="ADAL" clId="{6D24D4B8-718C-412F-8EF4-60897C3EA1FA}" dt="2024-03-26T15:37:00.248" v="1303" actId="20577"/>
          <ac:spMkLst>
            <pc:docMk/>
            <pc:sldMk cId="3777192608" sldId="403"/>
            <ac:spMk id="2" creationId="{577CA417-48A2-4EC1-BB6A-E88DDE96D870}"/>
          </ac:spMkLst>
        </pc:spChg>
        <pc:spChg chg="mod">
          <ac:chgData name="Cédric Schaffter" userId="553b4a19-b3bd-4c85-8b03-e3da8d2d0ee5" providerId="ADAL" clId="{6D24D4B8-718C-412F-8EF4-60897C3EA1FA}" dt="2024-03-26T15:37:02.099" v="1304"/>
          <ac:spMkLst>
            <pc:docMk/>
            <pc:sldMk cId="3777192608" sldId="403"/>
            <ac:spMk id="6" creationId="{1D445263-FEBF-14B5-1980-D96F3C15DCCB}"/>
          </ac:spMkLst>
        </pc:spChg>
      </pc:sldChg>
      <pc:sldChg chg="modSp add mod modShow">
        <pc:chgData name="Cédric Schaffter" userId="553b4a19-b3bd-4c85-8b03-e3da8d2d0ee5" providerId="ADAL" clId="{6D24D4B8-718C-412F-8EF4-60897C3EA1FA}" dt="2024-04-16T11:04:06.974" v="2671" actId="729"/>
        <pc:sldMkLst>
          <pc:docMk/>
          <pc:sldMk cId="2081922535" sldId="404"/>
        </pc:sldMkLst>
        <pc:spChg chg="mod">
          <ac:chgData name="Cédric Schaffter" userId="553b4a19-b3bd-4c85-8b03-e3da8d2d0ee5" providerId="ADAL" clId="{6D24D4B8-718C-412F-8EF4-60897C3EA1FA}" dt="2024-04-16T07:16:31.339" v="1435" actId="20577"/>
          <ac:spMkLst>
            <pc:docMk/>
            <pc:sldMk cId="2081922535" sldId="404"/>
            <ac:spMk id="2" creationId="{577CA417-48A2-4EC1-BB6A-E88DDE96D870}"/>
          </ac:spMkLst>
        </pc:spChg>
      </pc:sldChg>
      <pc:sldChg chg="modSp add mod modShow modNotesTx">
        <pc:chgData name="Cédric Schaffter" userId="553b4a19-b3bd-4c85-8b03-e3da8d2d0ee5" providerId="ADAL" clId="{6D24D4B8-718C-412F-8EF4-60897C3EA1FA}" dt="2024-04-16T11:04:06.974" v="2671" actId="729"/>
        <pc:sldMkLst>
          <pc:docMk/>
          <pc:sldMk cId="2578400493" sldId="405"/>
        </pc:sldMkLst>
        <pc:spChg chg="mod">
          <ac:chgData name="Cédric Schaffter" userId="553b4a19-b3bd-4c85-8b03-e3da8d2d0ee5" providerId="ADAL" clId="{6D24D4B8-718C-412F-8EF4-60897C3EA1FA}" dt="2024-04-16T07:21:50.828" v="1456" actId="20577"/>
          <ac:spMkLst>
            <pc:docMk/>
            <pc:sldMk cId="2578400493" sldId="405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4-16T07:26:25.351" v="1521" actId="20577"/>
          <ac:spMkLst>
            <pc:docMk/>
            <pc:sldMk cId="2578400493" sldId="405"/>
            <ac:spMk id="3" creationId="{ECDD8913-80D5-66C0-DE37-D654360A75C4}"/>
          </ac:spMkLst>
        </pc:spChg>
      </pc:sldChg>
      <pc:sldChg chg="add mod modShow">
        <pc:chgData name="Cédric Schaffter" userId="553b4a19-b3bd-4c85-8b03-e3da8d2d0ee5" providerId="ADAL" clId="{6D24D4B8-718C-412F-8EF4-60897C3EA1FA}" dt="2024-04-16T11:04:06.974" v="2671" actId="729"/>
        <pc:sldMkLst>
          <pc:docMk/>
          <pc:sldMk cId="1016424598" sldId="406"/>
        </pc:sldMkLst>
      </pc:sldChg>
      <pc:sldChg chg="modSp add mod">
        <pc:chgData name="Cédric Schaffter" userId="553b4a19-b3bd-4c85-8b03-e3da8d2d0ee5" providerId="ADAL" clId="{6D24D4B8-718C-412F-8EF4-60897C3EA1FA}" dt="2024-04-16T09:08:26.572" v="1552" actId="20577"/>
        <pc:sldMkLst>
          <pc:docMk/>
          <pc:sldMk cId="530173798" sldId="407"/>
        </pc:sldMkLst>
        <pc:spChg chg="mod">
          <ac:chgData name="Cédric Schaffter" userId="553b4a19-b3bd-4c85-8b03-e3da8d2d0ee5" providerId="ADAL" clId="{6D24D4B8-718C-412F-8EF4-60897C3EA1FA}" dt="2024-04-16T09:08:26.572" v="1552" actId="20577"/>
          <ac:spMkLst>
            <pc:docMk/>
            <pc:sldMk cId="530173798" sldId="407"/>
            <ac:spMk id="2" creationId="{6E891AC1-7757-84E9-A4B6-A3DAC9873AC8}"/>
          </ac:spMkLst>
        </pc:spChg>
        <pc:spChg chg="mod">
          <ac:chgData name="Cédric Schaffter" userId="553b4a19-b3bd-4c85-8b03-e3da8d2d0ee5" providerId="ADAL" clId="{6D24D4B8-718C-412F-8EF4-60897C3EA1FA}" dt="2024-04-16T09:02:48.243" v="1533" actId="20577"/>
          <ac:spMkLst>
            <pc:docMk/>
            <pc:sldMk cId="530173798" sldId="407"/>
            <ac:spMk id="3" creationId="{942E22A4-A7C2-811E-10FB-FA0F6AF6712F}"/>
          </ac:spMkLst>
        </pc:spChg>
      </pc:sldChg>
      <pc:sldChg chg="addSp delSp modSp add mod">
        <pc:chgData name="Cédric Schaffter" userId="553b4a19-b3bd-4c85-8b03-e3da8d2d0ee5" providerId="ADAL" clId="{6D24D4B8-718C-412F-8EF4-60897C3EA1FA}" dt="2024-04-16T11:08:52.752" v="2706" actId="1076"/>
        <pc:sldMkLst>
          <pc:docMk/>
          <pc:sldMk cId="1396192012" sldId="408"/>
        </pc:sldMkLst>
        <pc:spChg chg="mod">
          <ac:chgData name="Cédric Schaffter" userId="553b4a19-b3bd-4c85-8b03-e3da8d2d0ee5" providerId="ADAL" clId="{6D24D4B8-718C-412F-8EF4-60897C3EA1FA}" dt="2024-04-16T10:34:38.405" v="2185" actId="20577"/>
          <ac:spMkLst>
            <pc:docMk/>
            <pc:sldMk cId="1396192012" sldId="408"/>
            <ac:spMk id="2" creationId="{5930DA6F-8E02-FE92-06B2-FCE42EDDB07D}"/>
          </ac:spMkLst>
        </pc:spChg>
        <pc:spChg chg="del">
          <ac:chgData name="Cédric Schaffter" userId="553b4a19-b3bd-4c85-8b03-e3da8d2d0ee5" providerId="ADAL" clId="{6D24D4B8-718C-412F-8EF4-60897C3EA1FA}" dt="2024-04-16T10:35:20.357" v="2189" actId="478"/>
          <ac:spMkLst>
            <pc:docMk/>
            <pc:sldMk cId="1396192012" sldId="408"/>
            <ac:spMk id="3" creationId="{32088F62-B977-DF7B-D3CD-454CB0B44758}"/>
          </ac:spMkLst>
        </pc:spChg>
        <pc:spChg chg="del">
          <ac:chgData name="Cédric Schaffter" userId="553b4a19-b3bd-4c85-8b03-e3da8d2d0ee5" providerId="ADAL" clId="{6D24D4B8-718C-412F-8EF4-60897C3EA1FA}" dt="2024-04-16T10:35:27.867" v="2192" actId="478"/>
          <ac:spMkLst>
            <pc:docMk/>
            <pc:sldMk cId="1396192012" sldId="408"/>
            <ac:spMk id="9" creationId="{FEE1D0B3-4C39-D52B-EAAF-6EA67F710C9D}"/>
          </ac:spMkLst>
        </pc:spChg>
        <pc:spChg chg="mod">
          <ac:chgData name="Cédric Schaffter" userId="553b4a19-b3bd-4c85-8b03-e3da8d2d0ee5" providerId="ADAL" clId="{6D24D4B8-718C-412F-8EF4-60897C3EA1FA}" dt="2024-04-16T10:36:25.762" v="2209" actId="20577"/>
          <ac:spMkLst>
            <pc:docMk/>
            <pc:sldMk cId="1396192012" sldId="408"/>
            <ac:spMk id="11" creationId="{A0AB6BDC-1EBF-0E26-1C59-7A4282939769}"/>
          </ac:spMkLst>
        </pc:spChg>
        <pc:spChg chg="del">
          <ac:chgData name="Cédric Schaffter" userId="553b4a19-b3bd-4c85-8b03-e3da8d2d0ee5" providerId="ADAL" clId="{6D24D4B8-718C-412F-8EF4-60897C3EA1FA}" dt="2024-04-16T10:35:17.958" v="2188" actId="478"/>
          <ac:spMkLst>
            <pc:docMk/>
            <pc:sldMk cId="1396192012" sldId="408"/>
            <ac:spMk id="12" creationId="{273DFA1D-154F-4C80-E242-B98002FA8EBA}"/>
          </ac:spMkLst>
        </pc:spChg>
        <pc:spChg chg="mod">
          <ac:chgData name="Cédric Schaffter" userId="553b4a19-b3bd-4c85-8b03-e3da8d2d0ee5" providerId="ADAL" clId="{6D24D4B8-718C-412F-8EF4-60897C3EA1FA}" dt="2024-04-16T11:08:44.418" v="2698" actId="20577"/>
          <ac:spMkLst>
            <pc:docMk/>
            <pc:sldMk cId="1396192012" sldId="408"/>
            <ac:spMk id="17" creationId="{831DFF62-590E-C851-6280-B9F6E8FFF9CB}"/>
          </ac:spMkLst>
        </pc:spChg>
        <pc:spChg chg="add mod">
          <ac:chgData name="Cédric Schaffter" userId="553b4a19-b3bd-4c85-8b03-e3da8d2d0ee5" providerId="ADAL" clId="{6D24D4B8-718C-412F-8EF4-60897C3EA1FA}" dt="2024-04-16T10:36:14.176" v="2205" actId="20577"/>
          <ac:spMkLst>
            <pc:docMk/>
            <pc:sldMk cId="1396192012" sldId="408"/>
            <ac:spMk id="20" creationId="{5613150E-C630-3AE7-C467-81C4220AEB2C}"/>
          </ac:spMkLst>
        </pc:spChg>
        <pc:spChg chg="mod">
          <ac:chgData name="Cédric Schaffter" userId="553b4a19-b3bd-4c85-8b03-e3da8d2d0ee5" providerId="ADAL" clId="{6D24D4B8-718C-412F-8EF4-60897C3EA1FA}" dt="2024-04-16T11:08:52.752" v="2706" actId="1076"/>
          <ac:spMkLst>
            <pc:docMk/>
            <pc:sldMk cId="1396192012" sldId="408"/>
            <ac:spMk id="21" creationId="{02C95303-F3E0-7401-912A-0797EE5C401C}"/>
          </ac:spMkLst>
        </pc:spChg>
        <pc:picChg chg="mod">
          <ac:chgData name="Cédric Schaffter" userId="553b4a19-b3bd-4c85-8b03-e3da8d2d0ee5" providerId="ADAL" clId="{6D24D4B8-718C-412F-8EF4-60897C3EA1FA}" dt="2024-04-16T10:36:09.169" v="2203" actId="1076"/>
          <ac:picMkLst>
            <pc:docMk/>
            <pc:sldMk cId="1396192012" sldId="408"/>
            <ac:picMk id="10" creationId="{2B413ED0-7207-202C-384D-8346A782B0F8}"/>
          </ac:picMkLst>
        </pc:picChg>
        <pc:picChg chg="del">
          <ac:chgData name="Cédric Schaffter" userId="553b4a19-b3bd-4c85-8b03-e3da8d2d0ee5" providerId="ADAL" clId="{6D24D4B8-718C-412F-8EF4-60897C3EA1FA}" dt="2024-04-16T10:35:14.463" v="2187" actId="478"/>
          <ac:picMkLst>
            <pc:docMk/>
            <pc:sldMk cId="1396192012" sldId="408"/>
            <ac:picMk id="19" creationId="{02FA75B3-B47C-60AD-1A90-0638E02AD272}"/>
          </ac:picMkLst>
        </pc:picChg>
        <pc:cxnChg chg="del">
          <ac:chgData name="Cédric Schaffter" userId="553b4a19-b3bd-4c85-8b03-e3da8d2d0ee5" providerId="ADAL" clId="{6D24D4B8-718C-412F-8EF4-60897C3EA1FA}" dt="2024-04-16T10:35:22.602" v="2190" actId="478"/>
          <ac:cxnSpMkLst>
            <pc:docMk/>
            <pc:sldMk cId="1396192012" sldId="408"/>
            <ac:cxnSpMk id="7" creationId="{390E85FE-3B59-C37D-29D2-96030F3337F0}"/>
          </ac:cxnSpMkLst>
        </pc:cxnChg>
        <pc:cxnChg chg="del">
          <ac:chgData name="Cédric Schaffter" userId="553b4a19-b3bd-4c85-8b03-e3da8d2d0ee5" providerId="ADAL" clId="{6D24D4B8-718C-412F-8EF4-60897C3EA1FA}" dt="2024-04-16T10:35:24.651" v="2191" actId="478"/>
          <ac:cxnSpMkLst>
            <pc:docMk/>
            <pc:sldMk cId="1396192012" sldId="408"/>
            <ac:cxnSpMk id="8" creationId="{77940510-1C47-C323-8425-4D0653A2A7EB}"/>
          </ac:cxnSpMkLst>
        </pc:cxnChg>
        <pc:cxnChg chg="mod">
          <ac:chgData name="Cédric Schaffter" userId="553b4a19-b3bd-4c85-8b03-e3da8d2d0ee5" providerId="ADAL" clId="{6D24D4B8-718C-412F-8EF4-60897C3EA1FA}" dt="2024-04-16T10:36:35.096" v="2211" actId="14100"/>
          <ac:cxnSpMkLst>
            <pc:docMk/>
            <pc:sldMk cId="1396192012" sldId="408"/>
            <ac:cxnSpMk id="15" creationId="{0A010B6F-CD25-371D-F06F-499741F54858}"/>
          </ac:cxnSpMkLst>
        </pc:cxnChg>
        <pc:cxnChg chg="mod">
          <ac:chgData name="Cédric Schaffter" userId="553b4a19-b3bd-4c85-8b03-e3da8d2d0ee5" providerId="ADAL" clId="{6D24D4B8-718C-412F-8EF4-60897C3EA1FA}" dt="2024-04-16T10:35:42.381" v="2196" actId="14100"/>
          <ac:cxnSpMkLst>
            <pc:docMk/>
            <pc:sldMk cId="1396192012" sldId="408"/>
            <ac:cxnSpMk id="16" creationId="{C8B7AA75-3A8F-5886-211A-95FF3553432D}"/>
          </ac:cxnSpMkLst>
        </pc:cxnChg>
      </pc:sldChg>
      <pc:sldChg chg="addSp modSp add mod">
        <pc:chgData name="Cédric Schaffter" userId="553b4a19-b3bd-4c85-8b03-e3da8d2d0ee5" providerId="ADAL" clId="{6D24D4B8-718C-412F-8EF4-60897C3EA1FA}" dt="2024-04-16T11:09:21.380" v="2730" actId="20577"/>
        <pc:sldMkLst>
          <pc:docMk/>
          <pc:sldMk cId="3070854686" sldId="409"/>
        </pc:sldMkLst>
        <pc:spChg chg="add mod">
          <ac:chgData name="Cédric Schaffter" userId="553b4a19-b3bd-4c85-8b03-e3da8d2d0ee5" providerId="ADAL" clId="{6D24D4B8-718C-412F-8EF4-60897C3EA1FA}" dt="2024-04-16T10:37:07.771" v="2218" actId="20577"/>
          <ac:spMkLst>
            <pc:docMk/>
            <pc:sldMk cId="3070854686" sldId="409"/>
            <ac:spMk id="7" creationId="{E554DA40-D7A7-C37D-37F4-D3F87B24C0DD}"/>
          </ac:spMkLst>
        </pc:spChg>
        <pc:spChg chg="mod">
          <ac:chgData name="Cédric Schaffter" userId="553b4a19-b3bd-4c85-8b03-e3da8d2d0ee5" providerId="ADAL" clId="{6D24D4B8-718C-412F-8EF4-60897C3EA1FA}" dt="2024-04-16T11:09:16.077" v="2723" actId="1076"/>
          <ac:spMkLst>
            <pc:docMk/>
            <pc:sldMk cId="3070854686" sldId="409"/>
            <ac:spMk id="17" creationId="{831DFF62-590E-C851-6280-B9F6E8FFF9CB}"/>
          </ac:spMkLst>
        </pc:spChg>
        <pc:spChg chg="mod">
          <ac:chgData name="Cédric Schaffter" userId="553b4a19-b3bd-4c85-8b03-e3da8d2d0ee5" providerId="ADAL" clId="{6D24D4B8-718C-412F-8EF4-60897C3EA1FA}" dt="2024-04-16T10:37:11.636" v="2219" actId="1076"/>
          <ac:spMkLst>
            <pc:docMk/>
            <pc:sldMk cId="3070854686" sldId="409"/>
            <ac:spMk id="20" creationId="{5613150E-C630-3AE7-C467-81C4220AEB2C}"/>
          </ac:spMkLst>
        </pc:spChg>
        <pc:spChg chg="mod">
          <ac:chgData name="Cédric Schaffter" userId="553b4a19-b3bd-4c85-8b03-e3da8d2d0ee5" providerId="ADAL" clId="{6D24D4B8-718C-412F-8EF4-60897C3EA1FA}" dt="2024-04-16T11:09:21.380" v="2730" actId="20577"/>
          <ac:spMkLst>
            <pc:docMk/>
            <pc:sldMk cId="3070854686" sldId="409"/>
            <ac:spMk id="21" creationId="{02C95303-F3E0-7401-912A-0797EE5C401C}"/>
          </ac:spMkLst>
        </pc:spChg>
        <pc:picChg chg="add mod">
          <ac:chgData name="Cédric Schaffter" userId="553b4a19-b3bd-4c85-8b03-e3da8d2d0ee5" providerId="ADAL" clId="{6D24D4B8-718C-412F-8EF4-60897C3EA1FA}" dt="2024-04-16T10:36:58.747" v="2214" actId="1076"/>
          <ac:picMkLst>
            <pc:docMk/>
            <pc:sldMk cId="3070854686" sldId="409"/>
            <ac:picMk id="3" creationId="{88BF0F0A-B645-D567-C352-9487A58FCE20}"/>
          </ac:picMkLst>
        </pc:picChg>
        <pc:cxnChg chg="mod">
          <ac:chgData name="Cédric Schaffter" userId="553b4a19-b3bd-4c85-8b03-e3da8d2d0ee5" providerId="ADAL" clId="{6D24D4B8-718C-412F-8EF4-60897C3EA1FA}" dt="2024-04-16T10:37:17.278" v="2220" actId="14100"/>
          <ac:cxnSpMkLst>
            <pc:docMk/>
            <pc:sldMk cId="3070854686" sldId="409"/>
            <ac:cxnSpMk id="15" creationId="{0A010B6F-CD25-371D-F06F-499741F54858}"/>
          </ac:cxnSpMkLst>
        </pc:cxnChg>
        <pc:cxnChg chg="mod">
          <ac:chgData name="Cédric Schaffter" userId="553b4a19-b3bd-4c85-8b03-e3da8d2d0ee5" providerId="ADAL" clId="{6D24D4B8-718C-412F-8EF4-60897C3EA1FA}" dt="2024-04-16T10:37:20.925" v="2221" actId="14100"/>
          <ac:cxnSpMkLst>
            <pc:docMk/>
            <pc:sldMk cId="3070854686" sldId="409"/>
            <ac:cxnSpMk id="16" creationId="{C8B7AA75-3A8F-5886-211A-95FF3553432D}"/>
          </ac:cxnSpMkLst>
        </pc:cxnChg>
      </pc:sldChg>
      <pc:sldChg chg="modSp add mod modNotesTx">
        <pc:chgData name="Cédric Schaffter" userId="553b4a19-b3bd-4c85-8b03-e3da8d2d0ee5" providerId="ADAL" clId="{6D24D4B8-718C-412F-8EF4-60897C3EA1FA}" dt="2024-04-16T10:42:20.159" v="2575" actId="20577"/>
        <pc:sldMkLst>
          <pc:docMk/>
          <pc:sldMk cId="4016962414" sldId="410"/>
        </pc:sldMkLst>
        <pc:spChg chg="mod">
          <ac:chgData name="Cédric Schaffter" userId="553b4a19-b3bd-4c85-8b03-e3da8d2d0ee5" providerId="ADAL" clId="{6D24D4B8-718C-412F-8EF4-60897C3EA1FA}" dt="2024-04-16T10:41:39.742" v="2481" actId="20577"/>
          <ac:spMkLst>
            <pc:docMk/>
            <pc:sldMk cId="4016962414" sldId="410"/>
            <ac:spMk id="2" creationId="{5930DA6F-8E02-FE92-06B2-FCE42EDDB07D}"/>
          </ac:spMkLst>
        </pc:spChg>
        <pc:spChg chg="mod">
          <ac:chgData name="Cédric Schaffter" userId="553b4a19-b3bd-4c85-8b03-e3da8d2d0ee5" providerId="ADAL" clId="{6D24D4B8-718C-412F-8EF4-60897C3EA1FA}" dt="2024-04-16T10:42:06.975" v="2525" actId="5793"/>
          <ac:spMkLst>
            <pc:docMk/>
            <pc:sldMk cId="4016962414" sldId="410"/>
            <ac:spMk id="3" creationId="{ECDD8913-80D5-66C0-DE37-D654360A75C4}"/>
          </ac:spMkLst>
        </pc:spChg>
      </pc:sldChg>
      <pc:sldChg chg="modSp add del mod">
        <pc:chgData name="Cédric Schaffter" userId="553b4a19-b3bd-4c85-8b03-e3da8d2d0ee5" providerId="ADAL" clId="{6D24D4B8-718C-412F-8EF4-60897C3EA1FA}" dt="2024-04-16T11:13:17.948" v="2754" actId="2696"/>
        <pc:sldMkLst>
          <pc:docMk/>
          <pc:sldMk cId="2160657758" sldId="411"/>
        </pc:sldMkLst>
        <pc:spChg chg="mod">
          <ac:chgData name="Cédric Schaffter" userId="553b4a19-b3bd-4c85-8b03-e3da8d2d0ee5" providerId="ADAL" clId="{6D24D4B8-718C-412F-8EF4-60897C3EA1FA}" dt="2024-04-16T11:11:47.053" v="2749" actId="20577"/>
          <ac:spMkLst>
            <pc:docMk/>
            <pc:sldMk cId="2160657758" sldId="411"/>
            <ac:spMk id="2" creationId="{577CA417-48A2-4EC1-BB6A-E88DDE96D870}"/>
          </ac:spMkLst>
        </pc:spChg>
      </pc:sldChg>
      <pc:sldChg chg="add">
        <pc:chgData name="Cédric Schaffter" userId="553b4a19-b3bd-4c85-8b03-e3da8d2d0ee5" providerId="ADAL" clId="{6D24D4B8-718C-412F-8EF4-60897C3EA1FA}" dt="2024-04-16T11:13:23.553" v="2755"/>
        <pc:sldMkLst>
          <pc:docMk/>
          <pc:sldMk cId="3588282029" sldId="411"/>
        </pc:sldMkLst>
      </pc:sldChg>
      <pc:sldChg chg="add del">
        <pc:chgData name="Cédric Schaffter" userId="553b4a19-b3bd-4c85-8b03-e3da8d2d0ee5" providerId="ADAL" clId="{6D24D4B8-718C-412F-8EF4-60897C3EA1FA}" dt="2024-04-16T11:13:05.759" v="2753"/>
        <pc:sldMkLst>
          <pc:docMk/>
          <pc:sldMk cId="362828855" sldId="412"/>
        </pc:sldMkLst>
      </pc:sldChg>
    </pc:docChg>
  </pc:docChgLst>
  <pc:docChgLst>
    <pc:chgData name="Gaël Sonney" userId="9e336ed1-67b1-4474-b0e4-db9cec3afe68" providerId="ADAL" clId="{77A00D6C-777A-464B-BC84-237363DA9428}"/>
    <pc:docChg chg="undo redo custSel addSld delSld modSld sldOrd modSection">
      <pc:chgData name="Gaël Sonney" userId="9e336ed1-67b1-4474-b0e4-db9cec3afe68" providerId="ADAL" clId="{77A00D6C-777A-464B-BC84-237363DA9428}" dt="2024-04-16T19:08:29.525" v="2445" actId="15"/>
      <pc:docMkLst>
        <pc:docMk/>
      </pc:docMkLst>
      <pc:sldChg chg="modSp mod">
        <pc:chgData name="Gaël Sonney" userId="9e336ed1-67b1-4474-b0e4-db9cec3afe68" providerId="ADAL" clId="{77A00D6C-777A-464B-BC84-237363DA9428}" dt="2024-04-16T18:44:02.708" v="1568" actId="20577"/>
        <pc:sldMkLst>
          <pc:docMk/>
          <pc:sldMk cId="258574155" sldId="262"/>
        </pc:sldMkLst>
        <pc:spChg chg="mod">
          <ac:chgData name="Gaël Sonney" userId="9e336ed1-67b1-4474-b0e4-db9cec3afe68" providerId="ADAL" clId="{77A00D6C-777A-464B-BC84-237363DA9428}" dt="2024-04-16T18:44:02.708" v="1568" actId="20577"/>
          <ac:spMkLst>
            <pc:docMk/>
            <pc:sldMk cId="258574155" sldId="262"/>
            <ac:spMk id="3" creationId="{ECDD8913-80D5-66C0-DE37-D654360A75C4}"/>
          </ac:spMkLst>
        </pc:spChg>
      </pc:sldChg>
      <pc:sldChg chg="modSp mod">
        <pc:chgData name="Gaël Sonney" userId="9e336ed1-67b1-4474-b0e4-db9cec3afe68" providerId="ADAL" clId="{77A00D6C-777A-464B-BC84-237363DA9428}" dt="2024-04-16T12:55:54.246" v="14" actId="20577"/>
        <pc:sldMkLst>
          <pc:docMk/>
          <pc:sldMk cId="3654359519" sldId="302"/>
        </pc:sldMkLst>
        <pc:spChg chg="mod">
          <ac:chgData name="Gaël Sonney" userId="9e336ed1-67b1-4474-b0e4-db9cec3afe68" providerId="ADAL" clId="{77A00D6C-777A-464B-BC84-237363DA9428}" dt="2024-04-16T12:55:54.246" v="14" actId="20577"/>
          <ac:spMkLst>
            <pc:docMk/>
            <pc:sldMk cId="3654359519" sldId="302"/>
            <ac:spMk id="2" creationId="{577CA417-48A2-4EC1-BB6A-E88DDE96D870}"/>
          </ac:spMkLst>
        </pc:spChg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918993193" sldId="306"/>
        </pc:sldMkLst>
      </pc:sldChg>
      <pc:sldChg chg="del">
        <pc:chgData name="Gaël Sonney" userId="9e336ed1-67b1-4474-b0e4-db9cec3afe68" providerId="ADAL" clId="{77A00D6C-777A-464B-BC84-237363DA9428}" dt="2024-04-16T12:56:57.727" v="16" actId="47"/>
        <pc:sldMkLst>
          <pc:docMk/>
          <pc:sldMk cId="3779150562" sldId="31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67380971" sldId="338"/>
        </pc:sldMkLst>
      </pc:sldChg>
      <pc:sldChg chg="modSp mod">
        <pc:chgData name="Gaël Sonney" userId="9e336ed1-67b1-4474-b0e4-db9cec3afe68" providerId="ADAL" clId="{77A00D6C-777A-464B-BC84-237363DA9428}" dt="2024-04-16T13:23:31.790" v="357" actId="20577"/>
        <pc:sldMkLst>
          <pc:docMk/>
          <pc:sldMk cId="462745293" sldId="342"/>
        </pc:sldMkLst>
        <pc:spChg chg="mod">
          <ac:chgData name="Gaël Sonney" userId="9e336ed1-67b1-4474-b0e4-db9cec3afe68" providerId="ADAL" clId="{77A00D6C-777A-464B-BC84-237363DA9428}" dt="2024-04-16T12:58:06.488" v="108" actId="20577"/>
          <ac:spMkLst>
            <pc:docMk/>
            <pc:sldMk cId="462745293" sldId="342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3:23:31.790" v="357" actId="20577"/>
          <ac:spMkLst>
            <pc:docMk/>
            <pc:sldMk cId="462745293" sldId="342"/>
            <ac:spMk id="3" creationId="{ECDD8913-80D5-66C0-DE37-D654360A75C4}"/>
          </ac:spMkLst>
        </pc:spChg>
      </pc:sldChg>
      <pc:sldChg chg="modSp new del mod">
        <pc:chgData name="Gaël Sonney" userId="9e336ed1-67b1-4474-b0e4-db9cec3afe68" providerId="ADAL" clId="{77A00D6C-777A-464B-BC84-237363DA9428}" dt="2024-04-16T13:25:47.862" v="490" actId="47"/>
        <pc:sldMkLst>
          <pc:docMk/>
          <pc:sldMk cId="3745832325" sldId="343"/>
        </pc:sldMkLst>
        <pc:spChg chg="mod">
          <ac:chgData name="Gaël Sonney" userId="9e336ed1-67b1-4474-b0e4-db9cec3afe68" providerId="ADAL" clId="{77A00D6C-777A-464B-BC84-237363DA9428}" dt="2024-04-16T13:23:09.915" v="356" actId="20577"/>
          <ac:spMkLst>
            <pc:docMk/>
            <pc:sldMk cId="3745832325" sldId="343"/>
            <ac:spMk id="2" creationId="{6B9544B5-5378-FF1C-8EE2-7E7A51DC9673}"/>
          </ac:spMkLst>
        </pc:spChg>
        <pc:spChg chg="mod">
          <ac:chgData name="Gaël Sonney" userId="9e336ed1-67b1-4474-b0e4-db9cec3afe68" providerId="ADAL" clId="{77A00D6C-777A-464B-BC84-237363DA9428}" dt="2024-04-16T13:24:55.189" v="413" actId="20577"/>
          <ac:spMkLst>
            <pc:docMk/>
            <pc:sldMk cId="3745832325" sldId="343"/>
            <ac:spMk id="3" creationId="{8BE60EFD-F852-69A3-FCD9-120A5DEED2F9}"/>
          </ac:spMkLst>
        </pc:spChg>
      </pc:sldChg>
      <pc:sldChg chg="add del">
        <pc:chgData name="Gaël Sonney" userId="9e336ed1-67b1-4474-b0e4-db9cec3afe68" providerId="ADAL" clId="{77A00D6C-777A-464B-BC84-237363DA9428}" dt="2024-04-16T13:24:07.067" v="370"/>
        <pc:sldMkLst>
          <pc:docMk/>
          <pc:sldMk cId="1855667831" sldId="344"/>
        </pc:sldMkLst>
      </pc:sldChg>
      <pc:sldChg chg="modSp add mod ord">
        <pc:chgData name="Gaël Sonney" userId="9e336ed1-67b1-4474-b0e4-db9cec3afe68" providerId="ADAL" clId="{77A00D6C-777A-464B-BC84-237363DA9428}" dt="2024-04-16T13:25:43.989" v="489" actId="20577"/>
        <pc:sldMkLst>
          <pc:docMk/>
          <pc:sldMk cId="4185228313" sldId="344"/>
        </pc:sldMkLst>
        <pc:spChg chg="mod">
          <ac:chgData name="Gaël Sonney" userId="9e336ed1-67b1-4474-b0e4-db9cec3afe68" providerId="ADAL" clId="{77A00D6C-777A-464B-BC84-237363DA9428}" dt="2024-04-16T13:25:31.734" v="444" actId="20577"/>
          <ac:spMkLst>
            <pc:docMk/>
            <pc:sldMk cId="4185228313" sldId="344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3:25:43.989" v="489" actId="20577"/>
          <ac:spMkLst>
            <pc:docMk/>
            <pc:sldMk cId="4185228313" sldId="344"/>
            <ac:spMk id="3" creationId="{3B9501AA-B74D-4416-BEFC-D9228B665E9E}"/>
          </ac:spMkLst>
        </pc:spChg>
      </pc:sldChg>
      <pc:sldChg chg="modSp add mod ord">
        <pc:chgData name="Gaël Sonney" userId="9e336ed1-67b1-4474-b0e4-db9cec3afe68" providerId="ADAL" clId="{77A00D6C-777A-464B-BC84-237363DA9428}" dt="2024-04-16T18:45:01.385" v="1576" actId="108"/>
        <pc:sldMkLst>
          <pc:docMk/>
          <pc:sldMk cId="1093221307" sldId="345"/>
        </pc:sldMkLst>
        <pc:spChg chg="mod">
          <ac:chgData name="Gaël Sonney" userId="9e336ed1-67b1-4474-b0e4-db9cec3afe68" providerId="ADAL" clId="{77A00D6C-777A-464B-BC84-237363DA9428}" dt="2024-04-16T13:26:03.694" v="497" actId="20577"/>
          <ac:spMkLst>
            <pc:docMk/>
            <pc:sldMk cId="1093221307" sldId="345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8:45:01.385" v="1576" actId="108"/>
          <ac:spMkLst>
            <pc:docMk/>
            <pc:sldMk cId="1093221307" sldId="345"/>
            <ac:spMk id="3" creationId="{ECDD8913-80D5-66C0-DE37-D654360A75C4}"/>
          </ac:spMkLst>
        </pc:spChg>
      </pc:sldChg>
      <pc:sldChg chg="modSp add del mod">
        <pc:chgData name="Gaël Sonney" userId="9e336ed1-67b1-4474-b0e4-db9cec3afe68" providerId="ADAL" clId="{77A00D6C-777A-464B-BC84-237363DA9428}" dt="2024-04-16T18:44:41.192" v="1574" actId="20577"/>
        <pc:sldMkLst>
          <pc:docMk/>
          <pc:sldMk cId="446943190" sldId="346"/>
        </pc:sldMkLst>
        <pc:spChg chg="mod">
          <ac:chgData name="Gaël Sonney" userId="9e336ed1-67b1-4474-b0e4-db9cec3afe68" providerId="ADAL" clId="{77A00D6C-777A-464B-BC84-237363DA9428}" dt="2024-04-16T13:26:46.542" v="544" actId="27636"/>
          <ac:spMkLst>
            <pc:docMk/>
            <pc:sldMk cId="446943190" sldId="346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8:44:41.192" v="1574" actId="20577"/>
          <ac:spMkLst>
            <pc:docMk/>
            <pc:sldMk cId="446943190" sldId="346"/>
            <ac:spMk id="3" creationId="{ECDD8913-80D5-66C0-DE37-D654360A75C4}"/>
          </ac:spMkLst>
        </pc:spChg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64999319" sldId="347"/>
        </pc:sldMkLst>
      </pc:sldChg>
      <pc:sldChg chg="modSp add mod modAnim">
        <pc:chgData name="Gaël Sonney" userId="9e336ed1-67b1-4474-b0e4-db9cec3afe68" providerId="ADAL" clId="{77A00D6C-777A-464B-BC84-237363DA9428}" dt="2024-04-16T18:49:22.913" v="1669" actId="20577"/>
        <pc:sldMkLst>
          <pc:docMk/>
          <pc:sldMk cId="3074151545" sldId="347"/>
        </pc:sldMkLst>
        <pc:spChg chg="mod">
          <ac:chgData name="Gaël Sonney" userId="9e336ed1-67b1-4474-b0e4-db9cec3afe68" providerId="ADAL" clId="{77A00D6C-777A-464B-BC84-237363DA9428}" dt="2024-04-16T13:35:32.189" v="1333" actId="20577"/>
          <ac:spMkLst>
            <pc:docMk/>
            <pc:sldMk cId="3074151545" sldId="347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8:49:22.913" v="1669" actId="20577"/>
          <ac:spMkLst>
            <pc:docMk/>
            <pc:sldMk cId="3074151545" sldId="347"/>
            <ac:spMk id="3" creationId="{ECDD8913-80D5-66C0-DE37-D654360A75C4}"/>
          </ac:spMkLst>
        </pc:spChg>
      </pc:sldChg>
      <pc:sldChg chg="modSp add mod">
        <pc:chgData name="Gaël Sonney" userId="9e336ed1-67b1-4474-b0e4-db9cec3afe68" providerId="ADAL" clId="{77A00D6C-777A-464B-BC84-237363DA9428}" dt="2024-04-16T13:55:48.894" v="1538" actId="20577"/>
        <pc:sldMkLst>
          <pc:docMk/>
          <pc:sldMk cId="2932035587" sldId="348"/>
        </pc:sldMkLst>
        <pc:spChg chg="mod">
          <ac:chgData name="Gaël Sonney" userId="9e336ed1-67b1-4474-b0e4-db9cec3afe68" providerId="ADAL" clId="{77A00D6C-777A-464B-BC84-237363DA9428}" dt="2024-04-16T13:54:12.591" v="1484" actId="20577"/>
          <ac:spMkLst>
            <pc:docMk/>
            <pc:sldMk cId="2932035587" sldId="348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3:55:48.894" v="1538" actId="20577"/>
          <ac:spMkLst>
            <pc:docMk/>
            <pc:sldMk cId="2932035587" sldId="348"/>
            <ac:spMk id="3" creationId="{3B9501AA-B74D-4416-BEFC-D9228B665E9E}"/>
          </ac:spMkLst>
        </pc:spChg>
      </pc:sldChg>
      <pc:sldChg chg="modSp add del mod">
        <pc:chgData name="Gaël Sonney" userId="9e336ed1-67b1-4474-b0e4-db9cec3afe68" providerId="ADAL" clId="{77A00D6C-777A-464B-BC84-237363DA9428}" dt="2024-04-16T18:45:40.360" v="1579" actId="2696"/>
        <pc:sldMkLst>
          <pc:docMk/>
          <pc:sldMk cId="1328767519" sldId="349"/>
        </pc:sldMkLst>
        <pc:spChg chg="mod">
          <ac:chgData name="Gaël Sonney" userId="9e336ed1-67b1-4474-b0e4-db9cec3afe68" providerId="ADAL" clId="{77A00D6C-777A-464B-BC84-237363DA9428}" dt="2024-04-16T18:45:22.107" v="1578" actId="108"/>
          <ac:spMkLst>
            <pc:docMk/>
            <pc:sldMk cId="1328767519" sldId="349"/>
            <ac:spMk id="3" creationId="{ECDD8913-80D5-66C0-DE37-D654360A75C4}"/>
          </ac:spMkLst>
        </pc:spChg>
      </pc:sldChg>
      <pc:sldChg chg="modSp add mod modAnim">
        <pc:chgData name="Gaël Sonney" userId="9e336ed1-67b1-4474-b0e4-db9cec3afe68" providerId="ADAL" clId="{77A00D6C-777A-464B-BC84-237363DA9428}" dt="2024-04-16T13:55:37.599" v="1531" actId="20577"/>
        <pc:sldMkLst>
          <pc:docMk/>
          <pc:sldMk cId="710329021" sldId="350"/>
        </pc:sldMkLst>
        <pc:spChg chg="mod">
          <ac:chgData name="Gaël Sonney" userId="9e336ed1-67b1-4474-b0e4-db9cec3afe68" providerId="ADAL" clId="{77A00D6C-777A-464B-BC84-237363DA9428}" dt="2024-04-16T13:55:37.599" v="1531" actId="20577"/>
          <ac:spMkLst>
            <pc:docMk/>
            <pc:sldMk cId="710329021" sldId="350"/>
            <ac:spMk id="3" creationId="{ECDD8913-80D5-66C0-DE37-D654360A75C4}"/>
          </ac:spMkLst>
        </pc:spChg>
      </pc:sldChg>
      <pc:sldChg chg="modSp add mod">
        <pc:chgData name="Gaël Sonney" userId="9e336ed1-67b1-4474-b0e4-db9cec3afe68" providerId="ADAL" clId="{77A00D6C-777A-464B-BC84-237363DA9428}" dt="2024-04-16T18:50:28.495" v="1674"/>
        <pc:sldMkLst>
          <pc:docMk/>
          <pc:sldMk cId="1235010326" sldId="351"/>
        </pc:sldMkLst>
        <pc:spChg chg="mod">
          <ac:chgData name="Gaël Sonney" userId="9e336ed1-67b1-4474-b0e4-db9cec3afe68" providerId="ADAL" clId="{77A00D6C-777A-464B-BC84-237363DA9428}" dt="2024-04-16T18:48:16.769" v="1607" actId="20577"/>
          <ac:spMkLst>
            <pc:docMk/>
            <pc:sldMk cId="1235010326" sldId="351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8:50:28.495" v="1674"/>
          <ac:spMkLst>
            <pc:docMk/>
            <pc:sldMk cId="1235010326" sldId="351"/>
            <ac:spMk id="3" creationId="{3B9501AA-B74D-4416-BEFC-D9228B665E9E}"/>
          </ac:spMkLst>
        </pc:spChg>
      </pc:sldChg>
      <pc:sldChg chg="modSp add mod">
        <pc:chgData name="Gaël Sonney" userId="9e336ed1-67b1-4474-b0e4-db9cec3afe68" providerId="ADAL" clId="{77A00D6C-777A-464B-BC84-237363DA9428}" dt="2024-04-16T18:58:08.855" v="2177" actId="20577"/>
        <pc:sldMkLst>
          <pc:docMk/>
          <pc:sldMk cId="728557598" sldId="352"/>
        </pc:sldMkLst>
        <pc:spChg chg="mod">
          <ac:chgData name="Gaël Sonney" userId="9e336ed1-67b1-4474-b0e4-db9cec3afe68" providerId="ADAL" clId="{77A00D6C-777A-464B-BC84-237363DA9428}" dt="2024-04-16T18:58:08.855" v="2177" actId="20577"/>
          <ac:spMkLst>
            <pc:docMk/>
            <pc:sldMk cId="728557598" sldId="352"/>
            <ac:spMk id="3" creationId="{ECDD8913-80D5-66C0-DE37-D654360A75C4}"/>
          </ac:spMkLst>
        </pc:spChg>
      </pc:sldChg>
      <pc:sldChg chg="modSp add mod">
        <pc:chgData name="Gaël Sonney" userId="9e336ed1-67b1-4474-b0e4-db9cec3afe68" providerId="ADAL" clId="{77A00D6C-777A-464B-BC84-237363DA9428}" dt="2024-04-16T18:56:45.453" v="2039" actId="20577"/>
        <pc:sldMkLst>
          <pc:docMk/>
          <pc:sldMk cId="1675821928" sldId="353"/>
        </pc:sldMkLst>
        <pc:spChg chg="mod">
          <ac:chgData name="Gaël Sonney" userId="9e336ed1-67b1-4474-b0e4-db9cec3afe68" providerId="ADAL" clId="{77A00D6C-777A-464B-BC84-237363DA9428}" dt="2024-04-16T18:52:20.452" v="1686" actId="20577"/>
          <ac:spMkLst>
            <pc:docMk/>
            <pc:sldMk cId="1675821928" sldId="353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8:56:45.453" v="2039" actId="20577"/>
          <ac:spMkLst>
            <pc:docMk/>
            <pc:sldMk cId="1675821928" sldId="353"/>
            <ac:spMk id="3" creationId="{3B9501AA-B74D-4416-BEFC-D9228B665E9E}"/>
          </ac:spMkLst>
        </pc:spChg>
      </pc:sldChg>
      <pc:sldChg chg="modSp add mod ord">
        <pc:chgData name="Gaël Sonney" userId="9e336ed1-67b1-4474-b0e4-db9cec3afe68" providerId="ADAL" clId="{77A00D6C-777A-464B-BC84-237363DA9428}" dt="2024-04-16T18:52:16.008" v="1684" actId="20577"/>
        <pc:sldMkLst>
          <pc:docMk/>
          <pc:sldMk cId="2406515716" sldId="354"/>
        </pc:sldMkLst>
        <pc:spChg chg="mod">
          <ac:chgData name="Gaël Sonney" userId="9e336ed1-67b1-4474-b0e4-db9cec3afe68" providerId="ADAL" clId="{77A00D6C-777A-464B-BC84-237363DA9428}" dt="2024-04-16T18:52:16.008" v="1684" actId="20577"/>
          <ac:spMkLst>
            <pc:docMk/>
            <pc:sldMk cId="2406515716" sldId="354"/>
            <ac:spMk id="2" creationId="{577CA417-48A2-4EC1-BB6A-E88DDE96D870}"/>
          </ac:spMkLst>
        </pc:spChg>
        <pc:spChg chg="mod">
          <ac:chgData name="Gaël Sonney" userId="9e336ed1-67b1-4474-b0e4-db9cec3afe68" providerId="ADAL" clId="{77A00D6C-777A-464B-BC84-237363DA9428}" dt="2024-04-16T18:51:51.394" v="1680"/>
          <ac:spMkLst>
            <pc:docMk/>
            <pc:sldMk cId="2406515716" sldId="354"/>
            <ac:spMk id="3" creationId="{3B9501AA-B74D-4416-BEFC-D9228B665E9E}"/>
          </ac:spMkLst>
        </pc:spChg>
      </pc:sldChg>
      <pc:sldChg chg="add del">
        <pc:chgData name="Gaël Sonney" userId="9e336ed1-67b1-4474-b0e4-db9cec3afe68" providerId="ADAL" clId="{77A00D6C-777A-464B-BC84-237363DA9428}" dt="2024-04-16T18:48:21.053" v="1609"/>
        <pc:sldMkLst>
          <pc:docMk/>
          <pc:sldMk cId="2716527990" sldId="354"/>
        </pc:sldMkLst>
      </pc:sldChg>
      <pc:sldChg chg="modSp add mod ord">
        <pc:chgData name="Gaël Sonney" userId="9e336ed1-67b1-4474-b0e4-db9cec3afe68" providerId="ADAL" clId="{77A00D6C-777A-464B-BC84-237363DA9428}" dt="2024-04-16T18:55:48.106" v="2010" actId="20577"/>
        <pc:sldMkLst>
          <pc:docMk/>
          <pc:sldMk cId="99503491" sldId="355"/>
        </pc:sldMkLst>
        <pc:spChg chg="mod">
          <ac:chgData name="Gaël Sonney" userId="9e336ed1-67b1-4474-b0e4-db9cec3afe68" providerId="ADAL" clId="{77A00D6C-777A-464B-BC84-237363DA9428}" dt="2024-04-16T18:55:48.106" v="2010" actId="20577"/>
          <ac:spMkLst>
            <pc:docMk/>
            <pc:sldMk cId="99503491" sldId="355"/>
            <ac:spMk id="3" creationId="{ECDD8913-80D5-66C0-DE37-D654360A75C4}"/>
          </ac:spMkLst>
        </pc:spChg>
      </pc:sldChg>
      <pc:sldChg chg="modSp add mod">
        <pc:chgData name="Gaël Sonney" userId="9e336ed1-67b1-4474-b0e4-db9cec3afe68" providerId="ADAL" clId="{77A00D6C-777A-464B-BC84-237363DA9428}" dt="2024-04-16T18:56:11.200" v="2013" actId="20577"/>
        <pc:sldMkLst>
          <pc:docMk/>
          <pc:sldMk cId="1568559798" sldId="356"/>
        </pc:sldMkLst>
        <pc:spChg chg="mod">
          <ac:chgData name="Gaël Sonney" userId="9e336ed1-67b1-4474-b0e4-db9cec3afe68" providerId="ADAL" clId="{77A00D6C-777A-464B-BC84-237363DA9428}" dt="2024-04-16T18:56:11.200" v="2013" actId="20577"/>
          <ac:spMkLst>
            <pc:docMk/>
            <pc:sldMk cId="1568559798" sldId="356"/>
            <ac:spMk id="2" creationId="{577CA417-48A2-4EC1-BB6A-E88DDE96D870}"/>
          </ac:spMkLst>
        </pc:spChg>
      </pc:sldChg>
      <pc:sldChg chg="addSp delSp modSp add mod">
        <pc:chgData name="Gaël Sonney" userId="9e336ed1-67b1-4474-b0e4-db9cec3afe68" providerId="ADAL" clId="{77A00D6C-777A-464B-BC84-237363DA9428}" dt="2024-04-16T19:05:19.015" v="2332"/>
        <pc:sldMkLst>
          <pc:docMk/>
          <pc:sldMk cId="3344566297" sldId="357"/>
        </pc:sldMkLst>
        <pc:spChg chg="mod">
          <ac:chgData name="Gaël Sonney" userId="9e336ed1-67b1-4474-b0e4-db9cec3afe68" providerId="ADAL" clId="{77A00D6C-777A-464B-BC84-237363DA9428}" dt="2024-04-16T19:05:19.015" v="2332"/>
          <ac:spMkLst>
            <pc:docMk/>
            <pc:sldMk cId="3344566297" sldId="357"/>
            <ac:spMk id="3" creationId="{ECDD8913-80D5-66C0-DE37-D654360A75C4}"/>
          </ac:spMkLst>
        </pc:spChg>
        <pc:spChg chg="add del">
          <ac:chgData name="Gaël Sonney" userId="9e336ed1-67b1-4474-b0e4-db9cec3afe68" providerId="ADAL" clId="{77A00D6C-777A-464B-BC84-237363DA9428}" dt="2024-04-16T19:03:35.314" v="2181"/>
          <ac:spMkLst>
            <pc:docMk/>
            <pc:sldMk cId="3344566297" sldId="357"/>
            <ac:spMk id="7" creationId="{5D52A506-E931-F949-9B8D-2E0C3B18B587}"/>
          </ac:spMkLst>
        </pc:spChg>
        <pc:spChg chg="add del">
          <ac:chgData name="Gaël Sonney" userId="9e336ed1-67b1-4474-b0e4-db9cec3afe68" providerId="ADAL" clId="{77A00D6C-777A-464B-BC84-237363DA9428}" dt="2024-04-16T19:03:40.684" v="2183"/>
          <ac:spMkLst>
            <pc:docMk/>
            <pc:sldMk cId="3344566297" sldId="357"/>
            <ac:spMk id="8" creationId="{B1FEB477-A98E-F79B-4DA1-B893A5329DB1}"/>
          </ac:spMkLst>
        </pc:spChg>
      </pc:sldChg>
      <pc:sldChg chg="modSp add mod">
        <pc:chgData name="Gaël Sonney" userId="9e336ed1-67b1-4474-b0e4-db9cec3afe68" providerId="ADAL" clId="{77A00D6C-777A-464B-BC84-237363DA9428}" dt="2024-04-16T19:08:29.525" v="2445" actId="15"/>
        <pc:sldMkLst>
          <pc:docMk/>
          <pc:sldMk cId="3112705032" sldId="358"/>
        </pc:sldMkLst>
        <pc:spChg chg="mod">
          <ac:chgData name="Gaël Sonney" userId="9e336ed1-67b1-4474-b0e4-db9cec3afe68" providerId="ADAL" clId="{77A00D6C-777A-464B-BC84-237363DA9428}" dt="2024-04-16T19:07:19.058" v="2358" actId="20577"/>
          <ac:spMkLst>
            <pc:docMk/>
            <pc:sldMk cId="3112705032" sldId="358"/>
            <ac:spMk id="2" creationId="{5930DA6F-8E02-FE92-06B2-FCE42EDDB07D}"/>
          </ac:spMkLst>
        </pc:spChg>
        <pc:spChg chg="mod">
          <ac:chgData name="Gaël Sonney" userId="9e336ed1-67b1-4474-b0e4-db9cec3afe68" providerId="ADAL" clId="{77A00D6C-777A-464B-BC84-237363DA9428}" dt="2024-04-16T19:08:29.525" v="2445" actId="15"/>
          <ac:spMkLst>
            <pc:docMk/>
            <pc:sldMk cId="3112705032" sldId="358"/>
            <ac:spMk id="3" creationId="{ECDD8913-80D5-66C0-DE37-D654360A75C4}"/>
          </ac:spMkLst>
        </pc:spChg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755665236" sldId="37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693580469" sldId="381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153314333" sldId="382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3106634" sldId="383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525042101" sldId="384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730031259" sldId="385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69870384" sldId="387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872610843" sldId="388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010603482" sldId="38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422670564" sldId="390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98975589" sldId="393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77290855" sldId="395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335978113" sldId="396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885600170" sldId="397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495359110" sldId="398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62968195" sldId="39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676770" sldId="402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483106605" sldId="403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081922535" sldId="404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2578400493" sldId="405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016424598" sldId="406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530173798" sldId="407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1396192012" sldId="408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070854686" sldId="409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4016962414" sldId="410"/>
        </pc:sldMkLst>
      </pc:sldChg>
      <pc:sldChg chg="del">
        <pc:chgData name="Gaël Sonney" userId="9e336ed1-67b1-4474-b0e4-db9cec3afe68" providerId="ADAL" clId="{77A00D6C-777A-464B-BC84-237363DA9428}" dt="2024-04-16T12:56:21.995" v="15" actId="47"/>
        <pc:sldMkLst>
          <pc:docMk/>
          <pc:sldMk cId="3588282029" sldId="41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6218B3-C964-4B2C-A5FA-0E6289E029BD}" type="datetimeFigureOut">
              <a:rPr lang="fr-CH" smtClean="0"/>
              <a:t>24.11.2025</a:t>
            </a:fld>
            <a:endParaRPr lang="fr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6E8B0B-D5D7-4D88-83E3-FE3FF33CB0CB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6157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094299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10826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273911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2382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14325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E4C92-B4D2-A43E-3ED1-5237A4857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24B68-77DA-F212-17CD-70069D474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88BD65-5262-BFC3-3CF3-0CEFC6F03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2FC5D-D8DE-EE5C-628E-FD7AF4D553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68931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86830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093069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979630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10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07482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27889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64474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14848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768184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81185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847866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46142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Faire reformuler aux élèves la définition de cet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6E8B0B-D5D7-4D88-83E3-FE3FF33CB0CB}" type="slidenum">
              <a:rPr lang="fr-CH" smtClean="0"/>
              <a:t>18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2400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04DE0-88DE-4610-BD02-CD38DF49B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5600">
                <a:solidFill>
                  <a:schemeClr val="accent6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8CF7C9-0305-4CBC-8E98-2CC5250FD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solidFill>
                  <a:schemeClr val="accent6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8285E8-1FCB-9C6D-C719-195577BFB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975B0D62-DA5A-4B9E-A99D-C5E052757ED2}" type="datetime1">
              <a:rPr lang="fr-CH" smtClean="0"/>
              <a:t>24.11.2025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FCD6F8-6772-ED93-2BF4-D33B7E3DA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3340608" cy="365125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18AE0E-7542-ADE9-9231-C9491A8EA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</a:lstStyle>
          <a:p>
            <a:fld id="{D8134CE5-34C2-4E1A-BD32-3DE8831B36D6}" type="slidenum">
              <a:rPr lang="fr-CH" smtClean="0"/>
              <a:pPr/>
              <a:t>‹N°›</a:t>
            </a:fld>
            <a:r>
              <a:rPr lang="fr-CH"/>
              <a:t>/Total</a:t>
            </a:r>
          </a:p>
        </p:txBody>
      </p:sp>
    </p:spTree>
    <p:extLst>
      <p:ext uri="{BB962C8B-B14F-4D97-AF65-F5344CB8AC3E}">
        <p14:creationId xmlns:p14="http://schemas.microsoft.com/office/powerpoint/2010/main" val="1701510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print_ligh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/>
          <p:cNvGrpSpPr/>
          <p:nvPr userDrawn="1"/>
        </p:nvGrpSpPr>
        <p:grpSpPr>
          <a:xfrm>
            <a:off x="778021" y="296687"/>
            <a:ext cx="10793490" cy="900000"/>
            <a:chOff x="577340" y="118070"/>
            <a:chExt cx="10793490" cy="979831"/>
          </a:xfrm>
        </p:grpSpPr>
        <p:grpSp>
          <p:nvGrpSpPr>
            <p:cNvPr id="2" name="Groupe 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2362" name="Rectangle 236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3" name="Rectangle 236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4" name="Rectangle 236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5" name="Rectangle 236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6" name="Rectangle 236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7" name="Rectangle 236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8" name="Rectangle 236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9" name="Rectangle 236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0" name="Rectangle 236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1" name="Rectangle 237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2" name="Rectangle 237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3" name="Rectangle 237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4" name="Rectangle 237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5" name="Rectangle 237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6" name="Rectangle 237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7" name="Rectangle 237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8" name="Rectangle 237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79" name="Rectangle 237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0" name="Rectangle 237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1" name="Rectangle 238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2" name="Rectangle 238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3" name="Rectangle 238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4" name="Rectangle 238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5" name="Rectangle 238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86" name="Rectangle 238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61" name="Rectangle 236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2356" name="Groupe 2355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2357" name="Rectangle 23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2358" name="Rectangle 23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2" name="Rectangle 471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3" name="Rectangle 471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4" name="Rectangle 471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5" name="Rectangle 471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6" name="Rectangle 471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7" name="Rectangle 471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8" name="Rectangle 471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19" name="Rectangle 471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0" name="Rectangle 471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1" name="Rectangle 472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2" name="Rectangle 472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3" name="Rectangle 472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4" name="Rectangle 472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5" name="Rectangle 472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6" name="Rectangle 472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7" name="Rectangle 472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8" name="Rectangle 472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29" name="Rectangle 472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0" name="Rectangle 472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1" name="Rectangle 473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2" name="Rectangle 473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3" name="Rectangle 473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4" name="Rectangle 473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5" name="Rectangle 473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736" name="Groupe 4735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4737" name="Rectangle 473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8" name="Rectangle 473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39" name="Rectangle 473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0" name="Rectangle 473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1" name="Rectangle 474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2" name="Rectangle 474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3" name="Rectangle 474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4" name="Rectangle 474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5" name="Rectangle 474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6" name="Rectangle 474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7" name="Rectangle 474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8" name="Rectangle 474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49" name="Rectangle 474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0" name="Rectangle 474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1" name="Rectangle 475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2" name="Rectangle 475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3" name="Rectangle 475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4" name="Rectangle 475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5" name="Rectangle 475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6" name="Rectangle 475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7" name="Rectangle 475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8" name="Rectangle 475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59" name="Rectangle 475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0" name="Rectangle 475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1" name="Rectangle 476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2" name="Rectangle 476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763" name="Groupe 4762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4764" name="Rectangle 47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5" name="Rectangle 47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6" name="Rectangle 47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7" name="Rectangle 47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8" name="Rectangle 47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69" name="Rectangle 47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0" name="Rectangle 47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1" name="Rectangle 47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2" name="Rectangle 47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3" name="Rectangle 47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4" name="Rectangle 47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5" name="Rectangle 47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6" name="Rectangle 47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7" name="Rectangle 47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8" name="Rectangle 47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79" name="Rectangle 47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0" name="Rectangle 47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1" name="Rectangle 47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2" name="Rectangle 47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3" name="Rectangle 47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4" name="Rectangle 47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5" name="Rectangle 47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6" name="Rectangle 47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7" name="Rectangle 47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8" name="Rectangle 47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789" name="Rectangle 47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898" name="Groupe 4897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4899" name="Rectangle 489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0" name="Rectangle 489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1" name="Rectangle 490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2" name="Rectangle 490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3" name="Rectangle 490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4" name="Rectangle 490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5" name="Rectangle 490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6" name="Rectangle 490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7" name="Rectangle 490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8" name="Rectangle 490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09" name="Rectangle 490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0" name="Rectangle 490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1" name="Rectangle 491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2" name="Rectangle 491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3" name="Rectangle 491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4" name="Rectangle 491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5" name="Rectangle 491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6" name="Rectangle 491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7" name="Rectangle 491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8" name="Rectangle 491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19" name="Rectangle 491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0" name="Rectangle 491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1" name="Rectangle 492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2" name="Rectangle 492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3" name="Rectangle 492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4" name="Rectangle 492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25" name="Groupe 4924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4926" name="Rectangle 492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7" name="Rectangle 492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8" name="Rectangle 492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29" name="Rectangle 492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0" name="Rectangle 492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1" name="Rectangle 493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2" name="Rectangle 493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3" name="Rectangle 493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4" name="Rectangle 493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5" name="Rectangle 493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6" name="Rectangle 493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7" name="Rectangle 493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8" name="Rectangle 493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39" name="Rectangle 493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0" name="Rectangle 493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1" name="Rectangle 494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2" name="Rectangle 494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3" name="Rectangle 494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4" name="Rectangle 494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5" name="Rectangle 494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6" name="Rectangle 494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7" name="Rectangle 494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8" name="Rectangle 494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49" name="Rectangle 494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0" name="Rectangle 494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1" name="Rectangle 495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52" name="Groupe 4951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4953" name="Rectangle 495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4" name="Rectangle 495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5" name="Rectangle 495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6" name="Rectangle 495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7" name="Rectangle 495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8" name="Rectangle 495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59" name="Rectangle 495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0" name="Rectangle 495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1" name="Rectangle 496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2" name="Rectangle 496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3" name="Rectangle 496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4" name="Rectangle 496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5" name="Rectangle 496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6" name="Rectangle 496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7" name="Rectangle 496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8" name="Rectangle 496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69" name="Rectangle 496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0" name="Rectangle 496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1" name="Rectangle 497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2" name="Rectangle 497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3" name="Rectangle 497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4" name="Rectangle 497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5" name="Rectangle 497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6" name="Rectangle 497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7" name="Rectangle 497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78" name="Rectangle 497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4979" name="Groupe 497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4980" name="Rectangle 497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1" name="Rectangle 498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2" name="Rectangle 498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3" name="Rectangle 498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4" name="Rectangle 498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5" name="Rectangle 498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6" name="Rectangle 498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7" name="Rectangle 498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8" name="Rectangle 498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89" name="Rectangle 498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0" name="Rectangle 498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1" name="Rectangle 499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2" name="Rectangle 499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3" name="Rectangle 499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4" name="Rectangle 499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5" name="Rectangle 499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6" name="Rectangle 499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7" name="Rectangle 499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8" name="Rectangle 499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4999" name="Rectangle 499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0" name="Rectangle 499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1" name="Rectangle 500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2" name="Rectangle 500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3" name="Rectangle 500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4" name="Rectangle 500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5" name="Rectangle 500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06" name="Groupe 5005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5007" name="Rectangle 500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8" name="Rectangle 500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09" name="Rectangle 500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0" name="Rectangle 500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1" name="Rectangle 501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2" name="Rectangle 501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3" name="Rectangle 501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4" name="Rectangle 501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5" name="Rectangle 501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6" name="Rectangle 501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7" name="Rectangle 501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8" name="Rectangle 501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19" name="Rectangle 501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0" name="Rectangle 501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1" name="Rectangle 502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2" name="Rectangle 502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3" name="Rectangle 502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4" name="Rectangle 502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5" name="Rectangle 502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6" name="Rectangle 502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7" name="Rectangle 502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8" name="Rectangle 502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29" name="Rectangle 502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0" name="Rectangle 502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1" name="Rectangle 503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2" name="Rectangle 503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33" name="Groupe 5032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5034" name="Rectangle 50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5" name="Rectangle 50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6" name="Rectangle 50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7" name="Rectangle 50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8" name="Rectangle 50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39" name="Rectangle 50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0" name="Rectangle 50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1" name="Rectangle 50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2" name="Rectangle 50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3" name="Rectangle 50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4" name="Rectangle 50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5" name="Rectangle 50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6" name="Rectangle 50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7" name="Rectangle 50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8" name="Rectangle 50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49" name="Rectangle 50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0" name="Rectangle 50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1" name="Rectangle 50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2" name="Rectangle 50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3" name="Rectangle 50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4" name="Rectangle 50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5" name="Rectangle 50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6" name="Rectangle 50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7" name="Rectangle 50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8" name="Rectangle 50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59" name="Rectangle 50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60" name="Groupe 5059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5061" name="Rectangle 50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2" name="Rectangle 50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3" name="Rectangle 50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4" name="Rectangle 50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5" name="Rectangle 50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6" name="Rectangle 50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7" name="Rectangle 50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8" name="Rectangle 50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69" name="Rectangle 50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0" name="Rectangle 50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1" name="Rectangle 50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2" name="Rectangle 50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3" name="Rectangle 50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4" name="Rectangle 50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5" name="Rectangle 50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6" name="Rectangle 50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7" name="Rectangle 50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8" name="Rectangle 50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79" name="Rectangle 50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0" name="Rectangle 50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1" name="Rectangle 50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2" name="Rectangle 50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3" name="Rectangle 50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4" name="Rectangle 50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5" name="Rectangle 50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6" name="Rectangle 50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087" name="Groupe 5086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5088" name="Rectangle 508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89" name="Rectangle 508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0" name="Rectangle 508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1" name="Rectangle 509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2" name="Rectangle 509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3" name="Rectangle 509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4" name="Rectangle 509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5" name="Rectangle 509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6" name="Rectangle 509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7" name="Rectangle 509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8" name="Rectangle 509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099" name="Rectangle 509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0" name="Rectangle 509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1" name="Rectangle 510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2" name="Rectangle 510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3" name="Rectangle 510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4" name="Rectangle 510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5" name="Rectangle 510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6" name="Rectangle 510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7" name="Rectangle 510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8" name="Rectangle 510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09" name="Rectangle 510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0" name="Rectangle 510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1" name="Rectangle 511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2" name="Rectangle 511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13" name="Rectangle 511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5114" name="Groupe 5113"/>
          <p:cNvGrpSpPr/>
          <p:nvPr userDrawn="1"/>
        </p:nvGrpSpPr>
        <p:grpSpPr>
          <a:xfrm>
            <a:off x="778021" y="1190492"/>
            <a:ext cx="10793490" cy="900000"/>
            <a:chOff x="577340" y="118070"/>
            <a:chExt cx="10793490" cy="979831"/>
          </a:xfrm>
        </p:grpSpPr>
        <p:grpSp>
          <p:nvGrpSpPr>
            <p:cNvPr id="5115" name="Groupe 5114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5413" name="Rectangle 541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4" name="Rectangle 541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5" name="Rectangle 541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6" name="Rectangle 541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7" name="Rectangle 541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8" name="Rectangle 541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9" name="Rectangle 541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0" name="Rectangle 541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1" name="Rectangle 542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2" name="Rectangle 542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3" name="Rectangle 542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4" name="Rectangle 542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5" name="Rectangle 542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6" name="Rectangle 542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7" name="Rectangle 542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8" name="Rectangle 542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29" name="Rectangle 542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0" name="Rectangle 542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1" name="Rectangle 543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2" name="Rectangle 543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3" name="Rectangle 543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4" name="Rectangle 543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5" name="Rectangle 543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6" name="Rectangle 543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7" name="Rectangle 543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38" name="Rectangle 543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6" name="Groupe 5115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5387" name="Rectangle 538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8" name="Rectangle 538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9" name="Rectangle 538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0" name="Rectangle 538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1" name="Rectangle 539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2" name="Rectangle 539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3" name="Rectangle 539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4" name="Rectangle 539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5" name="Rectangle 539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6" name="Rectangle 539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7" name="Rectangle 539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8" name="Rectangle 539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99" name="Rectangle 539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0" name="Rectangle 539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1" name="Rectangle 540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2" name="Rectangle 540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3" name="Rectangle 540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4" name="Rectangle 540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5" name="Rectangle 540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6" name="Rectangle 540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7" name="Rectangle 540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8" name="Rectangle 540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09" name="Rectangle 540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0" name="Rectangle 540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1" name="Rectangle 541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412" name="Rectangle 541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7" name="Groupe 5116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5361" name="Rectangle 53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2" name="Rectangle 53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3" name="Rectangle 53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4" name="Rectangle 53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5" name="Rectangle 53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6" name="Rectangle 53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7" name="Rectangle 53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8" name="Rectangle 53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9" name="Rectangle 53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0" name="Rectangle 53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1" name="Rectangle 53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2" name="Rectangle 53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3" name="Rectangle 53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4" name="Rectangle 53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5" name="Rectangle 53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6" name="Rectangle 53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7" name="Rectangle 53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8" name="Rectangle 53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79" name="Rectangle 53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0" name="Rectangle 53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1" name="Rectangle 53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2" name="Rectangle 53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3" name="Rectangle 53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4" name="Rectangle 53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5" name="Rectangle 53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86" name="Rectangle 53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8" name="Groupe 5117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5335" name="Rectangle 533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6" name="Rectangle 533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7" name="Rectangle 533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8" name="Rectangle 533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9" name="Rectangle 533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0" name="Rectangle 533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1" name="Rectangle 534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2" name="Rectangle 534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3" name="Rectangle 534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4" name="Rectangle 534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5" name="Rectangle 534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6" name="Rectangle 534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7" name="Rectangle 534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8" name="Rectangle 534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49" name="Rectangle 534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0" name="Rectangle 534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1" name="Rectangle 535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2" name="Rectangle 535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3" name="Rectangle 535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4" name="Rectangle 535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5" name="Rectangle 535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6" name="Rectangle 535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7" name="Rectangle 535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8" name="Rectangle 535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59" name="Rectangle 535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60" name="Rectangle 535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19" name="Groupe 5118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5309" name="Rectangle 530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0" name="Rectangle 530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1" name="Rectangle 531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2" name="Rectangle 531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3" name="Rectangle 531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4" name="Rectangle 531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5" name="Rectangle 531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6" name="Rectangle 531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7" name="Rectangle 531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8" name="Rectangle 531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19" name="Rectangle 531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0" name="Rectangle 531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1" name="Rectangle 532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2" name="Rectangle 532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3" name="Rectangle 532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4" name="Rectangle 532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5" name="Rectangle 532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6" name="Rectangle 532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7" name="Rectangle 532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8" name="Rectangle 532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29" name="Rectangle 532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0" name="Rectangle 532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1" name="Rectangle 533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2" name="Rectangle 533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3" name="Rectangle 533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34" name="Rectangle 533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0" name="Groupe 5119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5283" name="Rectangle 528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4" name="Rectangle 528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5" name="Rectangle 528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6" name="Rectangle 528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7" name="Rectangle 528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8" name="Rectangle 528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9" name="Rectangle 528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0" name="Rectangle 528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1" name="Rectangle 529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2" name="Rectangle 529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3" name="Rectangle 529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4" name="Rectangle 529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5" name="Rectangle 529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6" name="Rectangle 529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7" name="Rectangle 529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8" name="Rectangle 529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99" name="Rectangle 529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0" name="Rectangle 529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1" name="Rectangle 530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2" name="Rectangle 530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3" name="Rectangle 530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4" name="Rectangle 530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5" name="Rectangle 530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6" name="Rectangle 530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7" name="Rectangle 530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308" name="Rectangle 530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1" name="Groupe 5120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5257" name="Rectangle 52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8" name="Rectangle 52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9" name="Rectangle 525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0" name="Rectangle 525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1" name="Rectangle 526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2" name="Rectangle 526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3" name="Rectangle 526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4" name="Rectangle 526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5" name="Rectangle 526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6" name="Rectangle 526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7" name="Rectangle 526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8" name="Rectangle 526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69" name="Rectangle 526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0" name="Rectangle 526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1" name="Rectangle 527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2" name="Rectangle 527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3" name="Rectangle 527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4" name="Rectangle 527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5" name="Rectangle 527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6" name="Rectangle 527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7" name="Rectangle 527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8" name="Rectangle 527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79" name="Rectangle 527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0" name="Rectangle 527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1" name="Rectangle 528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82" name="Rectangle 528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2" name="Groupe 5121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5231" name="Rectangle 523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2" name="Rectangle 523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3" name="Rectangle 523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4" name="Rectangle 523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5" name="Rectangle 523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6" name="Rectangle 523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7" name="Rectangle 523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8" name="Rectangle 523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9" name="Rectangle 523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0" name="Rectangle 523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1" name="Rectangle 524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2" name="Rectangle 524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3" name="Rectangle 524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4" name="Rectangle 524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5" name="Rectangle 524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6" name="Rectangle 524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7" name="Rectangle 524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8" name="Rectangle 524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49" name="Rectangle 524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0" name="Rectangle 524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1" name="Rectangle 525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2" name="Rectangle 525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3" name="Rectangle 525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4" name="Rectangle 525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5" name="Rectangle 525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56" name="Rectangle 525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3" name="Groupe 5122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5205" name="Rectangle 520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6" name="Rectangle 520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7" name="Rectangle 520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8" name="Rectangle 520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9" name="Rectangle 520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0" name="Rectangle 520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1" name="Rectangle 521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2" name="Rectangle 521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3" name="Rectangle 521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4" name="Rectangle 521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5" name="Rectangle 521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6" name="Rectangle 521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7" name="Rectangle 521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8" name="Rectangle 521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19" name="Rectangle 521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0" name="Rectangle 521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1" name="Rectangle 522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2" name="Rectangle 522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3" name="Rectangle 522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4" name="Rectangle 522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5" name="Rectangle 522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6" name="Rectangle 522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7" name="Rectangle 522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8" name="Rectangle 522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29" name="Rectangle 522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30" name="Rectangle 522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4" name="Groupe 5123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5179" name="Rectangle 517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0" name="Rectangle 517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1" name="Rectangle 518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2" name="Rectangle 518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3" name="Rectangle 518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4" name="Rectangle 518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5" name="Rectangle 518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6" name="Rectangle 518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7" name="Rectangle 518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8" name="Rectangle 518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89" name="Rectangle 518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0" name="Rectangle 518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1" name="Rectangle 519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2" name="Rectangle 519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3" name="Rectangle 519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4" name="Rectangle 519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5" name="Rectangle 519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6" name="Rectangle 519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7" name="Rectangle 519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8" name="Rectangle 519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99" name="Rectangle 519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0" name="Rectangle 519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1" name="Rectangle 520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2" name="Rectangle 520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3" name="Rectangle 520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204" name="Rectangle 520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5" name="Groupe 5124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5153" name="Rectangle 515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4" name="Rectangle 515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5" name="Rectangle 515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6" name="Rectangle 515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7" name="Rectangle 515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8" name="Rectangle 515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9" name="Rectangle 515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0" name="Rectangle 515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1" name="Rectangle 516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2" name="Rectangle 516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3" name="Rectangle 516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4" name="Rectangle 516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5" name="Rectangle 516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6" name="Rectangle 516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7" name="Rectangle 516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8" name="Rectangle 516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69" name="Rectangle 516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0" name="Rectangle 516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1" name="Rectangle 517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2" name="Rectangle 517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3" name="Rectangle 517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4" name="Rectangle 517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5" name="Rectangle 517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6" name="Rectangle 517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7" name="Rectangle 517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78" name="Rectangle 517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5126" name="Groupe 5125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5127" name="Rectangle 512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28" name="Rectangle 512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29" name="Rectangle 512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0" name="Rectangle 512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1" name="Rectangle 513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2" name="Rectangle 513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3" name="Rectangle 513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4" name="Rectangle 513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5" name="Rectangle 513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6" name="Rectangle 513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7" name="Rectangle 513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8" name="Rectangle 513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39" name="Rectangle 513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0" name="Rectangle 513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1" name="Rectangle 514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2" name="Rectangle 514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3" name="Rectangle 514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4" name="Rectangle 514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5" name="Rectangle 514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6" name="Rectangle 514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7" name="Rectangle 514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8" name="Rectangle 514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49" name="Rectangle 514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0" name="Rectangle 514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1" name="Rectangle 515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5152" name="Rectangle 515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cxnSp>
        <p:nvCxnSpPr>
          <p:cNvPr id="6" name="Connecteur droit 5"/>
          <p:cNvCxnSpPr/>
          <p:nvPr userDrawn="1"/>
        </p:nvCxnSpPr>
        <p:spPr>
          <a:xfrm>
            <a:off x="6174766" y="0"/>
            <a:ext cx="0" cy="14224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91" name="Groupe 7090"/>
          <p:cNvGrpSpPr/>
          <p:nvPr userDrawn="1"/>
        </p:nvGrpSpPr>
        <p:grpSpPr>
          <a:xfrm>
            <a:off x="778021" y="2090491"/>
            <a:ext cx="10793490" cy="900000"/>
            <a:chOff x="577340" y="118070"/>
            <a:chExt cx="10793490" cy="979831"/>
          </a:xfrm>
        </p:grpSpPr>
        <p:grpSp>
          <p:nvGrpSpPr>
            <p:cNvPr id="7092" name="Groupe 709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7390" name="Rectangle 738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1" name="Rectangle 739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2" name="Rectangle 739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3" name="Rectangle 739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4" name="Rectangle 739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5" name="Rectangle 739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6" name="Rectangle 739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7" name="Rectangle 739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8" name="Rectangle 739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99" name="Rectangle 739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0" name="Rectangle 739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1" name="Rectangle 740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2" name="Rectangle 740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3" name="Rectangle 740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4" name="Rectangle 740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5" name="Rectangle 740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6" name="Rectangle 740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7" name="Rectangle 740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8" name="Rectangle 740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09" name="Rectangle 740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0" name="Rectangle 740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1" name="Rectangle 741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2" name="Rectangle 741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3" name="Rectangle 741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4" name="Rectangle 741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15" name="Rectangle 741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3" name="Groupe 709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7364" name="Rectangle 73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5" name="Rectangle 73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6" name="Rectangle 73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7" name="Rectangle 73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8" name="Rectangle 73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9" name="Rectangle 73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0" name="Rectangle 73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1" name="Rectangle 73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2" name="Rectangle 73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3" name="Rectangle 73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4" name="Rectangle 73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5" name="Rectangle 73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6" name="Rectangle 73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7" name="Rectangle 73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8" name="Rectangle 73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79" name="Rectangle 73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0" name="Rectangle 73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1" name="Rectangle 73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2" name="Rectangle 73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3" name="Rectangle 73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4" name="Rectangle 73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5" name="Rectangle 73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6" name="Rectangle 73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7" name="Rectangle 73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8" name="Rectangle 73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89" name="Rectangle 73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4" name="Groupe 709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338" name="Rectangle 733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9" name="Rectangle 733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0" name="Rectangle 733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1" name="Rectangle 734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2" name="Rectangle 734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3" name="Rectangle 734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4" name="Rectangle 734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5" name="Rectangle 734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6" name="Rectangle 734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7" name="Rectangle 734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8" name="Rectangle 734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49" name="Rectangle 734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0" name="Rectangle 734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1" name="Rectangle 735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2" name="Rectangle 735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3" name="Rectangle 735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4" name="Rectangle 735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5" name="Rectangle 735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6" name="Rectangle 735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7" name="Rectangle 735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8" name="Rectangle 735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59" name="Rectangle 735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0" name="Rectangle 735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1" name="Rectangle 736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2" name="Rectangle 736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63" name="Rectangle 736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5" name="Groupe 709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312" name="Rectangle 731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3" name="Rectangle 731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4" name="Rectangle 731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5" name="Rectangle 731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6" name="Rectangle 731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7" name="Rectangle 731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8" name="Rectangle 731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9" name="Rectangle 731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0" name="Rectangle 731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1" name="Rectangle 732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2" name="Rectangle 732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3" name="Rectangle 732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4" name="Rectangle 732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5" name="Rectangle 732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6" name="Rectangle 732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7" name="Rectangle 732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8" name="Rectangle 732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29" name="Rectangle 732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0" name="Rectangle 732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1" name="Rectangle 733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2" name="Rectangle 733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3" name="Rectangle 733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4" name="Rectangle 733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5" name="Rectangle 733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6" name="Rectangle 733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37" name="Rectangle 733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6" name="Groupe 709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286" name="Rectangle 728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7" name="Rectangle 728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8" name="Rectangle 728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9" name="Rectangle 728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0" name="Rectangle 728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1" name="Rectangle 729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2" name="Rectangle 729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3" name="Rectangle 729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4" name="Rectangle 729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5" name="Rectangle 729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6" name="Rectangle 729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7" name="Rectangle 729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8" name="Rectangle 729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99" name="Rectangle 729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0" name="Rectangle 729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1" name="Rectangle 730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2" name="Rectangle 730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3" name="Rectangle 730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4" name="Rectangle 730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5" name="Rectangle 730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6" name="Rectangle 730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7" name="Rectangle 730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8" name="Rectangle 730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09" name="Rectangle 730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0" name="Rectangle 730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311" name="Rectangle 731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7" name="Groupe 709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260" name="Rectangle 725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1" name="Rectangle 726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2" name="Rectangle 726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3" name="Rectangle 726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4" name="Rectangle 726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5" name="Rectangle 726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6" name="Rectangle 726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7" name="Rectangle 726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8" name="Rectangle 726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69" name="Rectangle 726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0" name="Rectangle 726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1" name="Rectangle 727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2" name="Rectangle 727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3" name="Rectangle 727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4" name="Rectangle 727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5" name="Rectangle 727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6" name="Rectangle 727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7" name="Rectangle 727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8" name="Rectangle 727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79" name="Rectangle 727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0" name="Rectangle 727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1" name="Rectangle 728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2" name="Rectangle 728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3" name="Rectangle 728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4" name="Rectangle 728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85" name="Rectangle 728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8" name="Groupe 709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234" name="Rectangle 72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5" name="Rectangle 72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6" name="Rectangle 72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7" name="Rectangle 72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8" name="Rectangle 72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9" name="Rectangle 72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0" name="Rectangle 72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1" name="Rectangle 72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2" name="Rectangle 72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3" name="Rectangle 72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4" name="Rectangle 72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5" name="Rectangle 72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6" name="Rectangle 72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7" name="Rectangle 72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8" name="Rectangle 72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49" name="Rectangle 72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0" name="Rectangle 72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1" name="Rectangle 72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2" name="Rectangle 72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3" name="Rectangle 72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4" name="Rectangle 72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5" name="Rectangle 72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6" name="Rectangle 72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7" name="Rectangle 72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8" name="Rectangle 72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59" name="Rectangle 72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099" name="Groupe 709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208" name="Rectangle 720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9" name="Rectangle 720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0" name="Rectangle 720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1" name="Rectangle 721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2" name="Rectangle 721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3" name="Rectangle 721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4" name="Rectangle 721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5" name="Rectangle 721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6" name="Rectangle 721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7" name="Rectangle 721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8" name="Rectangle 721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19" name="Rectangle 721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0" name="Rectangle 721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1" name="Rectangle 722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2" name="Rectangle 722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3" name="Rectangle 722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4" name="Rectangle 722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5" name="Rectangle 722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6" name="Rectangle 722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7" name="Rectangle 722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8" name="Rectangle 722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29" name="Rectangle 722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0" name="Rectangle 722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1" name="Rectangle 723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2" name="Rectangle 723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33" name="Rectangle 723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0" name="Groupe 709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182" name="Rectangle 718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3" name="Rectangle 718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4" name="Rectangle 718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5" name="Rectangle 718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6" name="Rectangle 718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7" name="Rectangle 718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8" name="Rectangle 718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9" name="Rectangle 718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0" name="Rectangle 718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1" name="Rectangle 719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2" name="Rectangle 719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3" name="Rectangle 719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4" name="Rectangle 719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5" name="Rectangle 719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6" name="Rectangle 719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7" name="Rectangle 719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8" name="Rectangle 719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99" name="Rectangle 719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0" name="Rectangle 719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1" name="Rectangle 720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2" name="Rectangle 720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3" name="Rectangle 720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4" name="Rectangle 720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5" name="Rectangle 720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6" name="Rectangle 720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207" name="Rectangle 720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1" name="Groupe 710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156" name="Rectangle 715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7" name="Rectangle 715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8" name="Rectangle 715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9" name="Rectangle 715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0" name="Rectangle 715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1" name="Rectangle 716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2" name="Rectangle 716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3" name="Rectangle 716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4" name="Rectangle 716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5" name="Rectangle 716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6" name="Rectangle 716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7" name="Rectangle 716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8" name="Rectangle 716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69" name="Rectangle 716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0" name="Rectangle 716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1" name="Rectangle 717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2" name="Rectangle 717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3" name="Rectangle 717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4" name="Rectangle 717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5" name="Rectangle 717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6" name="Rectangle 717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7" name="Rectangle 717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8" name="Rectangle 717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79" name="Rectangle 717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0" name="Rectangle 717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81" name="Rectangle 718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2" name="Groupe 710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130" name="Rectangle 712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1" name="Rectangle 713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2" name="Rectangle 713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3" name="Rectangle 713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4" name="Rectangle 713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5" name="Rectangle 713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6" name="Rectangle 713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7" name="Rectangle 713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8" name="Rectangle 713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39" name="Rectangle 713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0" name="Rectangle 713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1" name="Rectangle 714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2" name="Rectangle 714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3" name="Rectangle 714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4" name="Rectangle 714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5" name="Rectangle 714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6" name="Rectangle 714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7" name="Rectangle 714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8" name="Rectangle 714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49" name="Rectangle 714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0" name="Rectangle 714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1" name="Rectangle 715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2" name="Rectangle 715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3" name="Rectangle 715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4" name="Rectangle 715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55" name="Rectangle 715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103" name="Groupe 710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104" name="Rectangle 710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5" name="Rectangle 710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6" name="Rectangle 710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7" name="Rectangle 710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8" name="Rectangle 710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09" name="Rectangle 710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0" name="Rectangle 710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1" name="Rectangle 711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2" name="Rectangle 711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3" name="Rectangle 711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4" name="Rectangle 711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5" name="Rectangle 711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6" name="Rectangle 711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7" name="Rectangle 711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8" name="Rectangle 711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19" name="Rectangle 711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0" name="Rectangle 711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1" name="Rectangle 712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2" name="Rectangle 712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3" name="Rectangle 712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4" name="Rectangle 712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5" name="Rectangle 712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6" name="Rectangle 712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7" name="Rectangle 712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8" name="Rectangle 712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129" name="Rectangle 712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7416" name="Groupe 7415"/>
          <p:cNvGrpSpPr/>
          <p:nvPr userDrawn="1"/>
        </p:nvGrpSpPr>
        <p:grpSpPr>
          <a:xfrm>
            <a:off x="778021" y="2984296"/>
            <a:ext cx="10793490" cy="900000"/>
            <a:chOff x="577340" y="118070"/>
            <a:chExt cx="10793490" cy="979831"/>
          </a:xfrm>
        </p:grpSpPr>
        <p:grpSp>
          <p:nvGrpSpPr>
            <p:cNvPr id="7417" name="Groupe 7416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7715" name="Rectangle 771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6" name="Rectangle 771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7" name="Rectangle 771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8" name="Rectangle 771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9" name="Rectangle 771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0" name="Rectangle 771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1" name="Rectangle 772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2" name="Rectangle 772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3" name="Rectangle 772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4" name="Rectangle 772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5" name="Rectangle 772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6" name="Rectangle 772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7" name="Rectangle 772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8" name="Rectangle 772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29" name="Rectangle 772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0" name="Rectangle 772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1" name="Rectangle 773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2" name="Rectangle 773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3" name="Rectangle 773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4" name="Rectangle 773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5" name="Rectangle 773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6" name="Rectangle 773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7" name="Rectangle 773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8" name="Rectangle 773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39" name="Rectangle 773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40" name="Rectangle 773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18" name="Groupe 7417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7689" name="Rectangle 768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0" name="Rectangle 768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1" name="Rectangle 769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2" name="Rectangle 769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3" name="Rectangle 769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4" name="Rectangle 769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5" name="Rectangle 769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6" name="Rectangle 769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7" name="Rectangle 769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8" name="Rectangle 769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99" name="Rectangle 769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0" name="Rectangle 769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1" name="Rectangle 770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2" name="Rectangle 770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3" name="Rectangle 770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4" name="Rectangle 770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5" name="Rectangle 770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6" name="Rectangle 770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7" name="Rectangle 770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8" name="Rectangle 770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09" name="Rectangle 770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0" name="Rectangle 770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1" name="Rectangle 771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2" name="Rectangle 771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3" name="Rectangle 771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14" name="Rectangle 771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19" name="Groupe 7418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663" name="Rectangle 766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4" name="Rectangle 766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5" name="Rectangle 766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6" name="Rectangle 766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7" name="Rectangle 766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8" name="Rectangle 766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9" name="Rectangle 766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0" name="Rectangle 766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1" name="Rectangle 767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2" name="Rectangle 767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3" name="Rectangle 767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4" name="Rectangle 767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5" name="Rectangle 767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6" name="Rectangle 767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7" name="Rectangle 767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8" name="Rectangle 767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79" name="Rectangle 767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0" name="Rectangle 767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1" name="Rectangle 768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2" name="Rectangle 768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3" name="Rectangle 768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4" name="Rectangle 768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5" name="Rectangle 768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6" name="Rectangle 768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7" name="Rectangle 768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88" name="Rectangle 768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0" name="Groupe 7419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637" name="Rectangle 763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8" name="Rectangle 763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9" name="Rectangle 763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0" name="Rectangle 763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1" name="Rectangle 764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2" name="Rectangle 764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3" name="Rectangle 764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4" name="Rectangle 764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5" name="Rectangle 764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6" name="Rectangle 764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7" name="Rectangle 764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8" name="Rectangle 764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49" name="Rectangle 764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0" name="Rectangle 764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1" name="Rectangle 765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2" name="Rectangle 765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3" name="Rectangle 765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4" name="Rectangle 765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5" name="Rectangle 765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6" name="Rectangle 765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7" name="Rectangle 765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8" name="Rectangle 765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59" name="Rectangle 765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0" name="Rectangle 765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1" name="Rectangle 766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62" name="Rectangle 766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1" name="Groupe 7420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611" name="Rectangle 761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2" name="Rectangle 761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3" name="Rectangle 761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4" name="Rectangle 761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5" name="Rectangle 761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6" name="Rectangle 761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7" name="Rectangle 761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8" name="Rectangle 761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9" name="Rectangle 761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0" name="Rectangle 761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1" name="Rectangle 762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2" name="Rectangle 762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3" name="Rectangle 762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4" name="Rectangle 762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5" name="Rectangle 762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6" name="Rectangle 762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7" name="Rectangle 762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8" name="Rectangle 762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29" name="Rectangle 762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0" name="Rectangle 762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1" name="Rectangle 763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2" name="Rectangle 763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3" name="Rectangle 763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4" name="Rectangle 763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5" name="Rectangle 763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36" name="Rectangle 763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2" name="Groupe 7421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585" name="Rectangle 758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6" name="Rectangle 758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7" name="Rectangle 758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8" name="Rectangle 758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9" name="Rectangle 758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0" name="Rectangle 758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1" name="Rectangle 759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2" name="Rectangle 759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3" name="Rectangle 759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4" name="Rectangle 759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5" name="Rectangle 759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6" name="Rectangle 759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7" name="Rectangle 759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8" name="Rectangle 759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99" name="Rectangle 759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0" name="Rectangle 759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1" name="Rectangle 760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2" name="Rectangle 760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3" name="Rectangle 760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4" name="Rectangle 760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5" name="Rectangle 760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6" name="Rectangle 760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7" name="Rectangle 760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8" name="Rectangle 760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09" name="Rectangle 760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610" name="Rectangle 760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3" name="Groupe 7422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559" name="Rectangle 755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0" name="Rectangle 755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1" name="Rectangle 756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2" name="Rectangle 756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3" name="Rectangle 756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4" name="Rectangle 756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5" name="Rectangle 756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6" name="Rectangle 756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7" name="Rectangle 756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8" name="Rectangle 756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69" name="Rectangle 756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0" name="Rectangle 756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1" name="Rectangle 757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2" name="Rectangle 757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3" name="Rectangle 757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4" name="Rectangle 757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5" name="Rectangle 757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6" name="Rectangle 757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7" name="Rectangle 757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8" name="Rectangle 757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79" name="Rectangle 757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0" name="Rectangle 757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1" name="Rectangle 758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2" name="Rectangle 758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3" name="Rectangle 758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84" name="Rectangle 758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4" name="Groupe 7423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533" name="Rectangle 753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4" name="Rectangle 753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5" name="Rectangle 753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6" name="Rectangle 753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7" name="Rectangle 753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8" name="Rectangle 753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9" name="Rectangle 753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0" name="Rectangle 753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1" name="Rectangle 754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2" name="Rectangle 754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3" name="Rectangle 754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4" name="Rectangle 754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5" name="Rectangle 754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6" name="Rectangle 754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7" name="Rectangle 754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8" name="Rectangle 754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49" name="Rectangle 754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0" name="Rectangle 754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1" name="Rectangle 755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2" name="Rectangle 755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3" name="Rectangle 755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4" name="Rectangle 755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5" name="Rectangle 755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6" name="Rectangle 755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7" name="Rectangle 755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58" name="Rectangle 755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5" name="Groupe 7424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507" name="Rectangle 750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8" name="Rectangle 750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9" name="Rectangle 750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0" name="Rectangle 750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1" name="Rectangle 751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2" name="Rectangle 751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3" name="Rectangle 751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4" name="Rectangle 751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5" name="Rectangle 751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6" name="Rectangle 751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7" name="Rectangle 751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8" name="Rectangle 751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19" name="Rectangle 751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0" name="Rectangle 751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1" name="Rectangle 752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2" name="Rectangle 752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3" name="Rectangle 752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4" name="Rectangle 752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5" name="Rectangle 752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6" name="Rectangle 752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7" name="Rectangle 752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8" name="Rectangle 752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29" name="Rectangle 752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0" name="Rectangle 752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1" name="Rectangle 753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32" name="Rectangle 753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6" name="Groupe 7425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481" name="Rectangle 748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2" name="Rectangle 748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3" name="Rectangle 748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4" name="Rectangle 748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5" name="Rectangle 748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6" name="Rectangle 748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7" name="Rectangle 748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8" name="Rectangle 748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9" name="Rectangle 748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0" name="Rectangle 748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1" name="Rectangle 749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2" name="Rectangle 749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3" name="Rectangle 749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4" name="Rectangle 749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5" name="Rectangle 749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6" name="Rectangle 749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7" name="Rectangle 749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8" name="Rectangle 749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99" name="Rectangle 749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0" name="Rectangle 749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1" name="Rectangle 750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2" name="Rectangle 750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3" name="Rectangle 750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4" name="Rectangle 750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5" name="Rectangle 750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506" name="Rectangle 750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7" name="Groupe 7426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455" name="Rectangle 745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6" name="Rectangle 745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7" name="Rectangle 745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8" name="Rectangle 745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9" name="Rectangle 745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0" name="Rectangle 745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1" name="Rectangle 746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2" name="Rectangle 746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3" name="Rectangle 746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4" name="Rectangle 746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5" name="Rectangle 746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6" name="Rectangle 746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7" name="Rectangle 746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8" name="Rectangle 746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69" name="Rectangle 746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0" name="Rectangle 746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1" name="Rectangle 747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2" name="Rectangle 747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3" name="Rectangle 747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4" name="Rectangle 747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5" name="Rectangle 747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6" name="Rectangle 747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7" name="Rectangle 747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8" name="Rectangle 747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79" name="Rectangle 747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80" name="Rectangle 747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428" name="Groupe 7427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429" name="Rectangle 742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0" name="Rectangle 742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1" name="Rectangle 743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2" name="Rectangle 743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3" name="Rectangle 743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4" name="Rectangle 743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5" name="Rectangle 743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6" name="Rectangle 743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7" name="Rectangle 743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8" name="Rectangle 743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39" name="Rectangle 743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0" name="Rectangle 743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1" name="Rectangle 744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2" name="Rectangle 744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3" name="Rectangle 744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4" name="Rectangle 744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5" name="Rectangle 744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6" name="Rectangle 744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7" name="Rectangle 744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8" name="Rectangle 744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49" name="Rectangle 744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0" name="Rectangle 744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1" name="Rectangle 745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2" name="Rectangle 745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3" name="Rectangle 745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454" name="Rectangle 745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7741" name="Groupe 7740"/>
          <p:cNvGrpSpPr/>
          <p:nvPr userDrawn="1"/>
        </p:nvGrpSpPr>
        <p:grpSpPr>
          <a:xfrm>
            <a:off x="778021" y="3877747"/>
            <a:ext cx="10793490" cy="900000"/>
            <a:chOff x="577340" y="118070"/>
            <a:chExt cx="10793490" cy="979831"/>
          </a:xfrm>
        </p:grpSpPr>
        <p:grpSp>
          <p:nvGrpSpPr>
            <p:cNvPr id="7742" name="Groupe 774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040" name="Rectangle 803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1" name="Rectangle 804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2" name="Rectangle 804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3" name="Rectangle 804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4" name="Rectangle 804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5" name="Rectangle 804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6" name="Rectangle 804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7" name="Rectangle 804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8" name="Rectangle 804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49" name="Rectangle 804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0" name="Rectangle 804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1" name="Rectangle 805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2" name="Rectangle 805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3" name="Rectangle 805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4" name="Rectangle 805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5" name="Rectangle 805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6" name="Rectangle 805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7" name="Rectangle 805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8" name="Rectangle 805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59" name="Rectangle 805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0" name="Rectangle 805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1" name="Rectangle 806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2" name="Rectangle 806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3" name="Rectangle 806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4" name="Rectangle 806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65" name="Rectangle 806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3" name="Groupe 774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014" name="Rectangle 801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5" name="Rectangle 801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6" name="Rectangle 801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7" name="Rectangle 801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8" name="Rectangle 801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9" name="Rectangle 801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0" name="Rectangle 801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1" name="Rectangle 802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2" name="Rectangle 802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3" name="Rectangle 802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4" name="Rectangle 802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5" name="Rectangle 802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6" name="Rectangle 802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7" name="Rectangle 802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8" name="Rectangle 802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29" name="Rectangle 802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0" name="Rectangle 802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1" name="Rectangle 803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2" name="Rectangle 803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3" name="Rectangle 803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4" name="Rectangle 803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5" name="Rectangle 803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6" name="Rectangle 803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7" name="Rectangle 803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8" name="Rectangle 803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39" name="Rectangle 803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4" name="Groupe 774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7988" name="Rectangle 798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9" name="Rectangle 798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0" name="Rectangle 798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1" name="Rectangle 799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2" name="Rectangle 799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3" name="Rectangle 799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4" name="Rectangle 799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5" name="Rectangle 799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6" name="Rectangle 799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7" name="Rectangle 799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8" name="Rectangle 799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99" name="Rectangle 799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0" name="Rectangle 799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1" name="Rectangle 800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2" name="Rectangle 800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3" name="Rectangle 800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4" name="Rectangle 800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5" name="Rectangle 800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6" name="Rectangle 800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7" name="Rectangle 800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8" name="Rectangle 800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09" name="Rectangle 800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0" name="Rectangle 800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1" name="Rectangle 801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2" name="Rectangle 801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13" name="Rectangle 801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5" name="Groupe 774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7962" name="Rectangle 796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3" name="Rectangle 796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4" name="Rectangle 796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5" name="Rectangle 796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6" name="Rectangle 796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7" name="Rectangle 796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8" name="Rectangle 796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9" name="Rectangle 796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0" name="Rectangle 796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1" name="Rectangle 797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2" name="Rectangle 797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3" name="Rectangle 797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4" name="Rectangle 797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5" name="Rectangle 797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6" name="Rectangle 797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7" name="Rectangle 797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8" name="Rectangle 797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79" name="Rectangle 797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0" name="Rectangle 797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1" name="Rectangle 798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2" name="Rectangle 798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3" name="Rectangle 798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4" name="Rectangle 798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5" name="Rectangle 798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6" name="Rectangle 798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87" name="Rectangle 798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6" name="Groupe 774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7936" name="Rectangle 793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7" name="Rectangle 793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8" name="Rectangle 793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9" name="Rectangle 793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0" name="Rectangle 793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1" name="Rectangle 794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2" name="Rectangle 794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3" name="Rectangle 794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4" name="Rectangle 794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5" name="Rectangle 794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6" name="Rectangle 794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7" name="Rectangle 794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8" name="Rectangle 794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49" name="Rectangle 794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0" name="Rectangle 794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1" name="Rectangle 795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2" name="Rectangle 795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3" name="Rectangle 795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4" name="Rectangle 795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5" name="Rectangle 795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6" name="Rectangle 795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7" name="Rectangle 795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8" name="Rectangle 795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59" name="Rectangle 795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0" name="Rectangle 795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61" name="Rectangle 796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7" name="Groupe 774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7910" name="Rectangle 790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1" name="Rectangle 791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2" name="Rectangle 791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3" name="Rectangle 791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4" name="Rectangle 791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5" name="Rectangle 791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6" name="Rectangle 791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7" name="Rectangle 791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8" name="Rectangle 791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19" name="Rectangle 791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0" name="Rectangle 791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1" name="Rectangle 792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2" name="Rectangle 792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3" name="Rectangle 792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4" name="Rectangle 792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5" name="Rectangle 792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6" name="Rectangle 792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7" name="Rectangle 792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8" name="Rectangle 792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29" name="Rectangle 792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0" name="Rectangle 792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1" name="Rectangle 793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2" name="Rectangle 793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3" name="Rectangle 793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4" name="Rectangle 793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35" name="Rectangle 793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8" name="Groupe 774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7884" name="Rectangle 788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5" name="Rectangle 788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6" name="Rectangle 788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7" name="Rectangle 788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8" name="Rectangle 788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9" name="Rectangle 788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0" name="Rectangle 788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1" name="Rectangle 789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2" name="Rectangle 789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3" name="Rectangle 789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4" name="Rectangle 789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5" name="Rectangle 789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6" name="Rectangle 789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7" name="Rectangle 789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8" name="Rectangle 789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99" name="Rectangle 789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0" name="Rectangle 789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1" name="Rectangle 790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2" name="Rectangle 790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3" name="Rectangle 790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4" name="Rectangle 790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5" name="Rectangle 790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6" name="Rectangle 790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7" name="Rectangle 790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8" name="Rectangle 790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909" name="Rectangle 790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49" name="Groupe 774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7858" name="Rectangle 785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9" name="Rectangle 785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0" name="Rectangle 785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1" name="Rectangle 786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2" name="Rectangle 786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3" name="Rectangle 786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4" name="Rectangle 786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5" name="Rectangle 786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6" name="Rectangle 786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7" name="Rectangle 786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8" name="Rectangle 786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69" name="Rectangle 786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0" name="Rectangle 786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1" name="Rectangle 787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2" name="Rectangle 787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3" name="Rectangle 787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4" name="Rectangle 787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5" name="Rectangle 787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6" name="Rectangle 787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7" name="Rectangle 787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8" name="Rectangle 787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79" name="Rectangle 787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0" name="Rectangle 787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1" name="Rectangle 788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2" name="Rectangle 788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83" name="Rectangle 788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0" name="Groupe 774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7832" name="Rectangle 783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3" name="Rectangle 783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4" name="Rectangle 783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5" name="Rectangle 783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6" name="Rectangle 783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7" name="Rectangle 783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8" name="Rectangle 783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9" name="Rectangle 783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0" name="Rectangle 783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1" name="Rectangle 784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2" name="Rectangle 784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3" name="Rectangle 784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4" name="Rectangle 784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5" name="Rectangle 784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6" name="Rectangle 784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7" name="Rectangle 784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8" name="Rectangle 784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49" name="Rectangle 784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0" name="Rectangle 784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1" name="Rectangle 785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2" name="Rectangle 785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3" name="Rectangle 785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4" name="Rectangle 785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5" name="Rectangle 785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6" name="Rectangle 785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57" name="Rectangle 785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1" name="Groupe 775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7806" name="Rectangle 780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7" name="Rectangle 780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8" name="Rectangle 780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9" name="Rectangle 780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0" name="Rectangle 780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1" name="Rectangle 781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2" name="Rectangle 781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3" name="Rectangle 781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4" name="Rectangle 781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5" name="Rectangle 781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6" name="Rectangle 781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7" name="Rectangle 781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8" name="Rectangle 781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19" name="Rectangle 781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0" name="Rectangle 781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1" name="Rectangle 782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2" name="Rectangle 782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3" name="Rectangle 782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4" name="Rectangle 782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5" name="Rectangle 782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6" name="Rectangle 782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7" name="Rectangle 782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8" name="Rectangle 782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29" name="Rectangle 782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0" name="Rectangle 782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31" name="Rectangle 783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2" name="Groupe 775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7780" name="Rectangle 777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1" name="Rectangle 778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2" name="Rectangle 778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3" name="Rectangle 778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4" name="Rectangle 778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5" name="Rectangle 778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6" name="Rectangle 778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7" name="Rectangle 778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8" name="Rectangle 778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89" name="Rectangle 778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0" name="Rectangle 778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1" name="Rectangle 779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2" name="Rectangle 779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3" name="Rectangle 779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4" name="Rectangle 779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5" name="Rectangle 779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6" name="Rectangle 779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7" name="Rectangle 779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8" name="Rectangle 779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99" name="Rectangle 779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0" name="Rectangle 779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1" name="Rectangle 780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2" name="Rectangle 780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3" name="Rectangle 780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4" name="Rectangle 780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805" name="Rectangle 780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7753" name="Groupe 775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7754" name="Rectangle 775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5" name="Rectangle 775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6" name="Rectangle 775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7" name="Rectangle 775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8" name="Rectangle 775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59" name="Rectangle 775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0" name="Rectangle 775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1" name="Rectangle 776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2" name="Rectangle 776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3" name="Rectangle 776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4" name="Rectangle 776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5" name="Rectangle 776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6" name="Rectangle 776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7" name="Rectangle 776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8" name="Rectangle 776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69" name="Rectangle 776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0" name="Rectangle 776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1" name="Rectangle 777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2" name="Rectangle 777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3" name="Rectangle 777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4" name="Rectangle 777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5" name="Rectangle 777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6" name="Rectangle 777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7" name="Rectangle 777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8" name="Rectangle 777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7779" name="Rectangle 777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8066" name="Groupe 8065"/>
          <p:cNvGrpSpPr/>
          <p:nvPr userDrawn="1"/>
        </p:nvGrpSpPr>
        <p:grpSpPr>
          <a:xfrm>
            <a:off x="778021" y="4777746"/>
            <a:ext cx="10793490" cy="900000"/>
            <a:chOff x="577340" y="118070"/>
            <a:chExt cx="10793490" cy="979831"/>
          </a:xfrm>
        </p:grpSpPr>
        <p:grpSp>
          <p:nvGrpSpPr>
            <p:cNvPr id="8067" name="Groupe 8066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365" name="Rectangle 836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6" name="Rectangle 836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7" name="Rectangle 836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8" name="Rectangle 836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9" name="Rectangle 836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0" name="Rectangle 836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1" name="Rectangle 837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2" name="Rectangle 837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3" name="Rectangle 837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4" name="Rectangle 837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5" name="Rectangle 837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6" name="Rectangle 837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7" name="Rectangle 837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8" name="Rectangle 837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79" name="Rectangle 837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0" name="Rectangle 837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1" name="Rectangle 838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2" name="Rectangle 838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3" name="Rectangle 838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4" name="Rectangle 838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5" name="Rectangle 838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6" name="Rectangle 838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7" name="Rectangle 838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8" name="Rectangle 838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89" name="Rectangle 838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90" name="Rectangle 838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68" name="Groupe 8067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339" name="Rectangle 833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0" name="Rectangle 833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1" name="Rectangle 834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2" name="Rectangle 834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3" name="Rectangle 834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4" name="Rectangle 834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5" name="Rectangle 834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6" name="Rectangle 834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7" name="Rectangle 834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8" name="Rectangle 834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49" name="Rectangle 834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0" name="Rectangle 834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1" name="Rectangle 835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2" name="Rectangle 835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3" name="Rectangle 835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4" name="Rectangle 835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5" name="Rectangle 835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6" name="Rectangle 835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7" name="Rectangle 835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8" name="Rectangle 835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59" name="Rectangle 835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0" name="Rectangle 835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1" name="Rectangle 836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2" name="Rectangle 836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3" name="Rectangle 836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64" name="Rectangle 836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69" name="Groupe 8068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8313" name="Rectangle 831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4" name="Rectangle 831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5" name="Rectangle 831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6" name="Rectangle 831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7" name="Rectangle 831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8" name="Rectangle 831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9" name="Rectangle 831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0" name="Rectangle 831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1" name="Rectangle 832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2" name="Rectangle 832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3" name="Rectangle 832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4" name="Rectangle 832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5" name="Rectangle 832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6" name="Rectangle 832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7" name="Rectangle 832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8" name="Rectangle 832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29" name="Rectangle 832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0" name="Rectangle 832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1" name="Rectangle 833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2" name="Rectangle 833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3" name="Rectangle 833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4" name="Rectangle 833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5" name="Rectangle 833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6" name="Rectangle 833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7" name="Rectangle 833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38" name="Rectangle 833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0" name="Groupe 8069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8287" name="Rectangle 828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8" name="Rectangle 828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9" name="Rectangle 828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0" name="Rectangle 828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1" name="Rectangle 829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2" name="Rectangle 829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3" name="Rectangle 829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4" name="Rectangle 829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5" name="Rectangle 829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6" name="Rectangle 829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7" name="Rectangle 829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8" name="Rectangle 829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99" name="Rectangle 829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0" name="Rectangle 829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1" name="Rectangle 830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2" name="Rectangle 830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3" name="Rectangle 830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4" name="Rectangle 830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5" name="Rectangle 830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6" name="Rectangle 830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7" name="Rectangle 830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8" name="Rectangle 830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09" name="Rectangle 830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0" name="Rectangle 830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1" name="Rectangle 831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312" name="Rectangle 831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1" name="Groupe 8070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8261" name="Rectangle 826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2" name="Rectangle 826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3" name="Rectangle 826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4" name="Rectangle 826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5" name="Rectangle 826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6" name="Rectangle 826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7" name="Rectangle 826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8" name="Rectangle 826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9" name="Rectangle 826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0" name="Rectangle 826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1" name="Rectangle 827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2" name="Rectangle 827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3" name="Rectangle 827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4" name="Rectangle 827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5" name="Rectangle 827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6" name="Rectangle 827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7" name="Rectangle 827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8" name="Rectangle 827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79" name="Rectangle 827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0" name="Rectangle 827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1" name="Rectangle 828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2" name="Rectangle 828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3" name="Rectangle 828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4" name="Rectangle 828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5" name="Rectangle 828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86" name="Rectangle 828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2" name="Groupe 8071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8235" name="Rectangle 823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6" name="Rectangle 823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7" name="Rectangle 823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8" name="Rectangle 823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9" name="Rectangle 823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0" name="Rectangle 823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1" name="Rectangle 824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2" name="Rectangle 824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3" name="Rectangle 824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4" name="Rectangle 824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5" name="Rectangle 824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6" name="Rectangle 824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7" name="Rectangle 824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8" name="Rectangle 824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49" name="Rectangle 824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0" name="Rectangle 824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1" name="Rectangle 825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2" name="Rectangle 825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3" name="Rectangle 825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4" name="Rectangle 825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5" name="Rectangle 825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6" name="Rectangle 825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7" name="Rectangle 825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8" name="Rectangle 825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59" name="Rectangle 825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60" name="Rectangle 825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3" name="Groupe 8072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8209" name="Rectangle 820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0" name="Rectangle 820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1" name="Rectangle 821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2" name="Rectangle 821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3" name="Rectangle 821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4" name="Rectangle 821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5" name="Rectangle 821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6" name="Rectangle 821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7" name="Rectangle 821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8" name="Rectangle 821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19" name="Rectangle 821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0" name="Rectangle 821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1" name="Rectangle 822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2" name="Rectangle 822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3" name="Rectangle 822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4" name="Rectangle 822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5" name="Rectangle 822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6" name="Rectangle 822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7" name="Rectangle 822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8" name="Rectangle 822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29" name="Rectangle 822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0" name="Rectangle 822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1" name="Rectangle 823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2" name="Rectangle 823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3" name="Rectangle 823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34" name="Rectangle 823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4" name="Groupe 8073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8183" name="Rectangle 8182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4" name="Rectangle 8183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5" name="Rectangle 8184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6" name="Rectangle 8185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7" name="Rectangle 8186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8" name="Rectangle 8187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9" name="Rectangle 8188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0" name="Rectangle 8189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1" name="Rectangle 8190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2" name="Rectangle 8191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3" name="Rectangle 8192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4" name="Rectangle 8193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5" name="Rectangle 8194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6" name="Rectangle 8195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7" name="Rectangle 8196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8" name="Rectangle 8197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99" name="Rectangle 8198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0" name="Rectangle 8199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1" name="Rectangle 8200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2" name="Rectangle 8201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3" name="Rectangle 8202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4" name="Rectangle 8203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5" name="Rectangle 8204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6" name="Rectangle 8205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7" name="Rectangle 8206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208" name="Rectangle 8207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5" name="Groupe 8074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8157" name="Rectangle 8156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8" name="Rectangle 8157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9" name="Rectangle 8158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0" name="Rectangle 8159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1" name="Rectangle 8160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2" name="Rectangle 8161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3" name="Rectangle 8162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4" name="Rectangle 8163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5" name="Rectangle 8164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6" name="Rectangle 8165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7" name="Rectangle 8166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8" name="Rectangle 8167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69" name="Rectangle 8168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0" name="Rectangle 8169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1" name="Rectangle 8170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2" name="Rectangle 8171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3" name="Rectangle 8172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4" name="Rectangle 8173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5" name="Rectangle 8174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6" name="Rectangle 8175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7" name="Rectangle 8176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8" name="Rectangle 8177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79" name="Rectangle 8178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0" name="Rectangle 8179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1" name="Rectangle 8180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82" name="Rectangle 8181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6" name="Groupe 8075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8131" name="Rectangle 8130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2" name="Rectangle 8131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3" name="Rectangle 8132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4" name="Rectangle 8133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5" name="Rectangle 8134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6" name="Rectangle 8135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7" name="Rectangle 8136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8" name="Rectangle 8137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9" name="Rectangle 8138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0" name="Rectangle 8139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1" name="Rectangle 8140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2" name="Rectangle 8141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3" name="Rectangle 8142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4" name="Rectangle 8143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5" name="Rectangle 8144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6" name="Rectangle 8145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7" name="Rectangle 8146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8" name="Rectangle 8147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49" name="Rectangle 8148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0" name="Rectangle 8149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1" name="Rectangle 8150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2" name="Rectangle 8151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3" name="Rectangle 8152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4" name="Rectangle 8153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5" name="Rectangle 8154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56" name="Rectangle 8155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7" name="Groupe 8076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8105" name="Rectangle 8104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6" name="Rectangle 8105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7" name="Rectangle 8106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8" name="Rectangle 8107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9" name="Rectangle 8108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0" name="Rectangle 8109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1" name="Rectangle 8110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2" name="Rectangle 8111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3" name="Rectangle 8112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4" name="Rectangle 8113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5" name="Rectangle 8114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6" name="Rectangle 8115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7" name="Rectangle 8116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8" name="Rectangle 8117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19" name="Rectangle 8118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0" name="Rectangle 8119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1" name="Rectangle 8120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2" name="Rectangle 8121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3" name="Rectangle 8122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4" name="Rectangle 8123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5" name="Rectangle 8124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6" name="Rectangle 8125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7" name="Rectangle 8126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8" name="Rectangle 8127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29" name="Rectangle 8128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30" name="Rectangle 8129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078" name="Groupe 8077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8079" name="Rectangle 8078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0" name="Rectangle 8079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1" name="Rectangle 8080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2" name="Rectangle 8081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3" name="Rectangle 8082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4" name="Rectangle 8083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5" name="Rectangle 8084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6" name="Rectangle 8085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7" name="Rectangle 8086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8" name="Rectangle 8087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89" name="Rectangle 8088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0" name="Rectangle 8089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1" name="Rectangle 8090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2" name="Rectangle 8091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3" name="Rectangle 8092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4" name="Rectangle 8093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5" name="Rectangle 8094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6" name="Rectangle 8095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7" name="Rectangle 8096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8" name="Rectangle 8097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099" name="Rectangle 8098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0" name="Rectangle 8099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1" name="Rectangle 8100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2" name="Rectangle 8101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3" name="Rectangle 8102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104" name="Rectangle 8103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grpSp>
        <p:nvGrpSpPr>
          <p:cNvPr id="8391" name="Groupe 8390"/>
          <p:cNvGrpSpPr/>
          <p:nvPr userDrawn="1"/>
        </p:nvGrpSpPr>
        <p:grpSpPr>
          <a:xfrm>
            <a:off x="778021" y="5671551"/>
            <a:ext cx="10793490" cy="900000"/>
            <a:chOff x="577340" y="118070"/>
            <a:chExt cx="10793490" cy="979831"/>
          </a:xfrm>
        </p:grpSpPr>
        <p:grpSp>
          <p:nvGrpSpPr>
            <p:cNvPr id="8392" name="Groupe 8391"/>
            <p:cNvGrpSpPr/>
            <p:nvPr userDrawn="1"/>
          </p:nvGrpSpPr>
          <p:grpSpPr>
            <a:xfrm>
              <a:off x="577340" y="122885"/>
              <a:ext cx="900000" cy="975016"/>
              <a:chOff x="577340" y="166428"/>
              <a:chExt cx="900000" cy="975016"/>
            </a:xfrm>
          </p:grpSpPr>
          <p:sp>
            <p:nvSpPr>
              <p:cNvPr id="8690" name="Rectangle 868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1" name="Rectangle 869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2" name="Rectangle 869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3" name="Rectangle 869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4" name="Rectangle 869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5" name="Rectangle 869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6" name="Rectangle 869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7" name="Rectangle 869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8" name="Rectangle 869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99" name="Rectangle 869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0" name="Rectangle 869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1" name="Rectangle 870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2" name="Rectangle 870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3" name="Rectangle 870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4" name="Rectangle 870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5" name="Rectangle 870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6" name="Rectangle 870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7" name="Rectangle 870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8" name="Rectangle 870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09" name="Rectangle 870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0" name="Rectangle 870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1" name="Rectangle 871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2" name="Rectangle 871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3" name="Rectangle 871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4" name="Rectangle 871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715" name="Rectangle 871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3" name="Groupe 8392"/>
            <p:cNvGrpSpPr/>
            <p:nvPr userDrawn="1"/>
          </p:nvGrpSpPr>
          <p:grpSpPr>
            <a:xfrm>
              <a:off x="1476794" y="121922"/>
              <a:ext cx="900000" cy="975016"/>
              <a:chOff x="577340" y="166428"/>
              <a:chExt cx="900000" cy="975016"/>
            </a:xfrm>
          </p:grpSpPr>
          <p:sp>
            <p:nvSpPr>
              <p:cNvPr id="8664" name="Rectangle 866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5" name="Rectangle 866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6" name="Rectangle 866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7" name="Rectangle 866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8" name="Rectangle 866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9" name="Rectangle 866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0" name="Rectangle 866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1" name="Rectangle 867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2" name="Rectangle 867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3" name="Rectangle 867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4" name="Rectangle 867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5" name="Rectangle 867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6" name="Rectangle 867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7" name="Rectangle 867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8" name="Rectangle 867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79" name="Rectangle 867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0" name="Rectangle 867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1" name="Rectangle 868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2" name="Rectangle 868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3" name="Rectangle 868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4" name="Rectangle 868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5" name="Rectangle 868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6" name="Rectangle 868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7" name="Rectangle 868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8" name="Rectangle 868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89" name="Rectangle 868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4" name="Groupe 8393"/>
            <p:cNvGrpSpPr/>
            <p:nvPr userDrawn="1"/>
          </p:nvGrpSpPr>
          <p:grpSpPr>
            <a:xfrm>
              <a:off x="2376164" y="121922"/>
              <a:ext cx="900000" cy="975016"/>
              <a:chOff x="577340" y="166428"/>
              <a:chExt cx="900000" cy="975016"/>
            </a:xfrm>
          </p:grpSpPr>
          <p:sp>
            <p:nvSpPr>
              <p:cNvPr id="8638" name="Rectangle 863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9" name="Rectangle 863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0" name="Rectangle 863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1" name="Rectangle 864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2" name="Rectangle 864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3" name="Rectangle 864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4" name="Rectangle 864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5" name="Rectangle 864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6" name="Rectangle 864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7" name="Rectangle 864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8" name="Rectangle 864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49" name="Rectangle 864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0" name="Rectangle 864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1" name="Rectangle 865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2" name="Rectangle 865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3" name="Rectangle 865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4" name="Rectangle 865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5" name="Rectangle 865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6" name="Rectangle 865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7" name="Rectangle 865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8" name="Rectangle 865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59" name="Rectangle 865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0" name="Rectangle 865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1" name="Rectangle 866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2" name="Rectangle 866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63" name="Rectangle 866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5" name="Groupe 8394"/>
            <p:cNvGrpSpPr/>
            <p:nvPr userDrawn="1"/>
          </p:nvGrpSpPr>
          <p:grpSpPr>
            <a:xfrm>
              <a:off x="3275618" y="120959"/>
              <a:ext cx="900000" cy="975016"/>
              <a:chOff x="577340" y="166428"/>
              <a:chExt cx="900000" cy="975016"/>
            </a:xfrm>
          </p:grpSpPr>
          <p:sp>
            <p:nvSpPr>
              <p:cNvPr id="8612" name="Rectangle 861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3" name="Rectangle 861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4" name="Rectangle 861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5" name="Rectangle 861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6" name="Rectangle 861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7" name="Rectangle 861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8" name="Rectangle 861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9" name="Rectangle 861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0" name="Rectangle 861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1" name="Rectangle 862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2" name="Rectangle 862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3" name="Rectangle 862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4" name="Rectangle 862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5" name="Rectangle 862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6" name="Rectangle 862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7" name="Rectangle 862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8" name="Rectangle 862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29" name="Rectangle 862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0" name="Rectangle 862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1" name="Rectangle 863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2" name="Rectangle 863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3" name="Rectangle 863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4" name="Rectangle 863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5" name="Rectangle 863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6" name="Rectangle 863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37" name="Rectangle 863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6" name="Groupe 8395"/>
            <p:cNvGrpSpPr/>
            <p:nvPr userDrawn="1"/>
          </p:nvGrpSpPr>
          <p:grpSpPr>
            <a:xfrm>
              <a:off x="4175198" y="121922"/>
              <a:ext cx="900000" cy="975016"/>
              <a:chOff x="577340" y="166428"/>
              <a:chExt cx="900000" cy="975016"/>
            </a:xfrm>
          </p:grpSpPr>
          <p:sp>
            <p:nvSpPr>
              <p:cNvPr id="8586" name="Rectangle 858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7" name="Rectangle 858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8" name="Rectangle 858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9" name="Rectangle 858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0" name="Rectangle 858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1" name="Rectangle 859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2" name="Rectangle 859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3" name="Rectangle 859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4" name="Rectangle 859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5" name="Rectangle 859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6" name="Rectangle 859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7" name="Rectangle 859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8" name="Rectangle 859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99" name="Rectangle 859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0" name="Rectangle 859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1" name="Rectangle 860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2" name="Rectangle 860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3" name="Rectangle 860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4" name="Rectangle 860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5" name="Rectangle 860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6" name="Rectangle 860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7" name="Rectangle 860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8" name="Rectangle 860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09" name="Rectangle 860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0" name="Rectangle 860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611" name="Rectangle 861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7" name="Groupe 8396"/>
            <p:cNvGrpSpPr/>
            <p:nvPr userDrawn="1"/>
          </p:nvGrpSpPr>
          <p:grpSpPr>
            <a:xfrm>
              <a:off x="5074652" y="120959"/>
              <a:ext cx="900000" cy="975016"/>
              <a:chOff x="577340" y="166428"/>
              <a:chExt cx="900000" cy="975016"/>
            </a:xfrm>
          </p:grpSpPr>
          <p:sp>
            <p:nvSpPr>
              <p:cNvPr id="8560" name="Rectangle 855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1" name="Rectangle 856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2" name="Rectangle 856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3" name="Rectangle 856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4" name="Rectangle 856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5" name="Rectangle 856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6" name="Rectangle 856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7" name="Rectangle 856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8" name="Rectangle 856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69" name="Rectangle 856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0" name="Rectangle 856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1" name="Rectangle 857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2" name="Rectangle 857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3" name="Rectangle 857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4" name="Rectangle 857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5" name="Rectangle 857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6" name="Rectangle 857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7" name="Rectangle 857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8" name="Rectangle 857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79" name="Rectangle 857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0" name="Rectangle 857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1" name="Rectangle 858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2" name="Rectangle 858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3" name="Rectangle 858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4" name="Rectangle 858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85" name="Rectangle 858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8" name="Groupe 8397"/>
            <p:cNvGrpSpPr/>
            <p:nvPr userDrawn="1"/>
          </p:nvGrpSpPr>
          <p:grpSpPr>
            <a:xfrm>
              <a:off x="5974022" y="120959"/>
              <a:ext cx="900000" cy="975016"/>
              <a:chOff x="577340" y="166428"/>
              <a:chExt cx="900000" cy="975016"/>
            </a:xfrm>
          </p:grpSpPr>
          <p:sp>
            <p:nvSpPr>
              <p:cNvPr id="8534" name="Rectangle 853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5" name="Rectangle 853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6" name="Rectangle 853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7" name="Rectangle 853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8" name="Rectangle 853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9" name="Rectangle 853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0" name="Rectangle 853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1" name="Rectangle 854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2" name="Rectangle 854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3" name="Rectangle 854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4" name="Rectangle 854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5" name="Rectangle 854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6" name="Rectangle 854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7" name="Rectangle 854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8" name="Rectangle 854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49" name="Rectangle 854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0" name="Rectangle 854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1" name="Rectangle 855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2" name="Rectangle 855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3" name="Rectangle 855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4" name="Rectangle 855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5" name="Rectangle 855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6" name="Rectangle 855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7" name="Rectangle 855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8" name="Rectangle 855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59" name="Rectangle 855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399" name="Groupe 8398"/>
            <p:cNvGrpSpPr/>
            <p:nvPr userDrawn="1"/>
          </p:nvGrpSpPr>
          <p:grpSpPr>
            <a:xfrm>
              <a:off x="6873476" y="119996"/>
              <a:ext cx="900000" cy="975016"/>
              <a:chOff x="577340" y="166428"/>
              <a:chExt cx="900000" cy="975016"/>
            </a:xfrm>
          </p:grpSpPr>
          <p:sp>
            <p:nvSpPr>
              <p:cNvPr id="8508" name="Rectangle 8507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9" name="Rectangle 8508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0" name="Rectangle 8509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1" name="Rectangle 8510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2" name="Rectangle 8511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3" name="Rectangle 8512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4" name="Rectangle 8513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5" name="Rectangle 8514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6" name="Rectangle 8515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7" name="Rectangle 8516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8" name="Rectangle 8517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19" name="Rectangle 8518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0" name="Rectangle 8519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1" name="Rectangle 8520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2" name="Rectangle 8521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3" name="Rectangle 8522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4" name="Rectangle 8523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5" name="Rectangle 8524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6" name="Rectangle 8525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7" name="Rectangle 8526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8" name="Rectangle 8527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29" name="Rectangle 8528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0" name="Rectangle 8529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1" name="Rectangle 8530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2" name="Rectangle 8531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33" name="Rectangle 8532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0" name="Groupe 8399"/>
            <p:cNvGrpSpPr/>
            <p:nvPr userDrawn="1"/>
          </p:nvGrpSpPr>
          <p:grpSpPr>
            <a:xfrm>
              <a:off x="7772552" y="119996"/>
              <a:ext cx="900000" cy="975016"/>
              <a:chOff x="577340" y="166428"/>
              <a:chExt cx="900000" cy="975016"/>
            </a:xfrm>
          </p:grpSpPr>
          <p:sp>
            <p:nvSpPr>
              <p:cNvPr id="8482" name="Rectangle 8481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3" name="Rectangle 8482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4" name="Rectangle 8483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5" name="Rectangle 8484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6" name="Rectangle 8485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7" name="Rectangle 8486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8" name="Rectangle 8487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9" name="Rectangle 8488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0" name="Rectangle 8489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1" name="Rectangle 8490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2" name="Rectangle 8491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3" name="Rectangle 8492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4" name="Rectangle 8493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5" name="Rectangle 8494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6" name="Rectangle 8495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7" name="Rectangle 8496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8" name="Rectangle 8497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99" name="Rectangle 8498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0" name="Rectangle 8499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1" name="Rectangle 8500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2" name="Rectangle 8501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3" name="Rectangle 8502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4" name="Rectangle 8503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5" name="Rectangle 8504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6" name="Rectangle 8505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507" name="Rectangle 8506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1" name="Groupe 8400"/>
            <p:cNvGrpSpPr/>
            <p:nvPr userDrawn="1"/>
          </p:nvGrpSpPr>
          <p:grpSpPr>
            <a:xfrm>
              <a:off x="8672006" y="119033"/>
              <a:ext cx="900000" cy="975016"/>
              <a:chOff x="577340" y="166428"/>
              <a:chExt cx="900000" cy="975016"/>
            </a:xfrm>
          </p:grpSpPr>
          <p:sp>
            <p:nvSpPr>
              <p:cNvPr id="8456" name="Rectangle 8455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7" name="Rectangle 8456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8" name="Rectangle 8457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9" name="Rectangle 8458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0" name="Rectangle 8459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1" name="Rectangle 8460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2" name="Rectangle 8461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3" name="Rectangle 8462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4" name="Rectangle 8463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5" name="Rectangle 8464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6" name="Rectangle 8465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7" name="Rectangle 8466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8" name="Rectangle 8467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69" name="Rectangle 8468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0" name="Rectangle 8469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1" name="Rectangle 8470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2" name="Rectangle 8471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3" name="Rectangle 8472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4" name="Rectangle 8473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5" name="Rectangle 8474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6" name="Rectangle 8475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7" name="Rectangle 8476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8" name="Rectangle 8477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79" name="Rectangle 8478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0" name="Rectangle 8479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81" name="Rectangle 8480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2" name="Groupe 8401"/>
            <p:cNvGrpSpPr/>
            <p:nvPr userDrawn="1"/>
          </p:nvGrpSpPr>
          <p:grpSpPr>
            <a:xfrm>
              <a:off x="9571376" y="119033"/>
              <a:ext cx="900000" cy="975016"/>
              <a:chOff x="577340" y="166428"/>
              <a:chExt cx="900000" cy="975016"/>
            </a:xfrm>
          </p:grpSpPr>
          <p:sp>
            <p:nvSpPr>
              <p:cNvPr id="8430" name="Rectangle 8429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1" name="Rectangle 8430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2" name="Rectangle 8431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3" name="Rectangle 8432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4" name="Rectangle 8433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5" name="Rectangle 8434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6" name="Rectangle 8435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7" name="Rectangle 8436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8" name="Rectangle 8437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39" name="Rectangle 8438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0" name="Rectangle 8439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1" name="Rectangle 8440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2" name="Rectangle 8441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3" name="Rectangle 8442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4" name="Rectangle 8443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5" name="Rectangle 8444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6" name="Rectangle 8445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7" name="Rectangle 8446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8" name="Rectangle 8447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49" name="Rectangle 8448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0" name="Rectangle 8449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1" name="Rectangle 8450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2" name="Rectangle 8451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3" name="Rectangle 8452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4" name="Rectangle 8453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55" name="Rectangle 8454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  <p:grpSp>
          <p:nvGrpSpPr>
            <p:cNvPr id="8403" name="Groupe 8402"/>
            <p:cNvGrpSpPr/>
            <p:nvPr userDrawn="1"/>
          </p:nvGrpSpPr>
          <p:grpSpPr>
            <a:xfrm>
              <a:off x="10470830" y="118070"/>
              <a:ext cx="900000" cy="975016"/>
              <a:chOff x="577340" y="166428"/>
              <a:chExt cx="900000" cy="975016"/>
            </a:xfrm>
          </p:grpSpPr>
          <p:sp>
            <p:nvSpPr>
              <p:cNvPr id="8404" name="Rectangle 8403">
                <a:extLst>
                  <a:ext uri="{FF2B5EF4-FFF2-40B4-BE49-F238E27FC236}">
                    <a16:creationId xmlns:a16="http://schemas.microsoft.com/office/drawing/2014/main" id="{2072BB47-84CB-47FD-8A25-43491CA83C8F}"/>
                  </a:ext>
                </a:extLst>
              </p:cNvPr>
              <p:cNvSpPr/>
              <p:nvPr/>
            </p:nvSpPr>
            <p:spPr>
              <a:xfrm>
                <a:off x="757550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5" name="Rectangle 8404">
                <a:extLst>
                  <a:ext uri="{FF2B5EF4-FFF2-40B4-BE49-F238E27FC236}">
                    <a16:creationId xmlns:a16="http://schemas.microsoft.com/office/drawing/2014/main" id="{FD392A82-503D-4B66-9AF9-9E65B8C12603}"/>
                  </a:ext>
                </a:extLst>
              </p:cNvPr>
              <p:cNvSpPr/>
              <p:nvPr/>
            </p:nvSpPr>
            <p:spPr>
              <a:xfrm>
                <a:off x="57763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6" name="Rectangle 8405">
                <a:extLst>
                  <a:ext uri="{FF2B5EF4-FFF2-40B4-BE49-F238E27FC236}">
                    <a16:creationId xmlns:a16="http://schemas.microsoft.com/office/drawing/2014/main" id="{E8131C02-69AB-405B-82D1-978E3C621405}"/>
                  </a:ext>
                </a:extLst>
              </p:cNvPr>
              <p:cNvSpPr/>
              <p:nvPr/>
            </p:nvSpPr>
            <p:spPr>
              <a:xfrm>
                <a:off x="937466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7" name="Rectangle 8406">
                <a:extLst>
                  <a:ext uri="{FF2B5EF4-FFF2-40B4-BE49-F238E27FC236}">
                    <a16:creationId xmlns:a16="http://schemas.microsoft.com/office/drawing/2014/main" id="{F369E73F-6F1E-4CCA-9F58-1EF6C7EB008B}"/>
                  </a:ext>
                </a:extLst>
              </p:cNvPr>
              <p:cNvSpPr/>
              <p:nvPr/>
            </p:nvSpPr>
            <p:spPr>
              <a:xfrm>
                <a:off x="1117298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8" name="Rectangle 8407">
                <a:extLst>
                  <a:ext uri="{FF2B5EF4-FFF2-40B4-BE49-F238E27FC236}">
                    <a16:creationId xmlns:a16="http://schemas.microsoft.com/office/drawing/2014/main" id="{E4D8B003-AF02-4D34-8F85-57B55CDD3871}"/>
                  </a:ext>
                </a:extLst>
              </p:cNvPr>
              <p:cNvSpPr/>
              <p:nvPr/>
            </p:nvSpPr>
            <p:spPr>
              <a:xfrm>
                <a:off x="1297214" y="16642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09" name="Rectangle 8408">
                <a:extLst>
                  <a:ext uri="{FF2B5EF4-FFF2-40B4-BE49-F238E27FC236}">
                    <a16:creationId xmlns:a16="http://schemas.microsoft.com/office/drawing/2014/main" id="{14BBDF8A-4682-45D3-ABAD-64B00A4ED731}"/>
                  </a:ext>
                </a:extLst>
              </p:cNvPr>
              <p:cNvSpPr/>
              <p:nvPr/>
            </p:nvSpPr>
            <p:spPr>
              <a:xfrm>
                <a:off x="757466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0" name="Rectangle 8409">
                <a:extLst>
                  <a:ext uri="{FF2B5EF4-FFF2-40B4-BE49-F238E27FC236}">
                    <a16:creationId xmlns:a16="http://schemas.microsoft.com/office/drawing/2014/main" id="{C13E0C4B-1D4F-471E-A5AD-E4BC58BB3024}"/>
                  </a:ext>
                </a:extLst>
              </p:cNvPr>
              <p:cNvSpPr/>
              <p:nvPr/>
            </p:nvSpPr>
            <p:spPr>
              <a:xfrm>
                <a:off x="57755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1" name="Rectangle 8410">
                <a:extLst>
                  <a:ext uri="{FF2B5EF4-FFF2-40B4-BE49-F238E27FC236}">
                    <a16:creationId xmlns:a16="http://schemas.microsoft.com/office/drawing/2014/main" id="{1E8CE2AB-2430-43FD-88E9-634F132AAB31}"/>
                  </a:ext>
                </a:extLst>
              </p:cNvPr>
              <p:cNvSpPr/>
              <p:nvPr/>
            </p:nvSpPr>
            <p:spPr>
              <a:xfrm>
                <a:off x="937382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2" name="Rectangle 8411">
                <a:extLst>
                  <a:ext uri="{FF2B5EF4-FFF2-40B4-BE49-F238E27FC236}">
                    <a16:creationId xmlns:a16="http://schemas.microsoft.com/office/drawing/2014/main" id="{9E64BB36-121D-45B5-AE9E-04F22BB2C216}"/>
                  </a:ext>
                </a:extLst>
              </p:cNvPr>
              <p:cNvSpPr/>
              <p:nvPr/>
            </p:nvSpPr>
            <p:spPr>
              <a:xfrm>
                <a:off x="1117214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3" name="Rectangle 8412">
                <a:extLst>
                  <a:ext uri="{FF2B5EF4-FFF2-40B4-BE49-F238E27FC236}">
                    <a16:creationId xmlns:a16="http://schemas.microsoft.com/office/drawing/2014/main" id="{13321878-5F07-4A14-B23A-57FA538E97B3}"/>
                  </a:ext>
                </a:extLst>
              </p:cNvPr>
              <p:cNvSpPr/>
              <p:nvPr/>
            </p:nvSpPr>
            <p:spPr>
              <a:xfrm>
                <a:off x="1297130" y="36123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4" name="Rectangle 8413">
                <a:extLst>
                  <a:ext uri="{FF2B5EF4-FFF2-40B4-BE49-F238E27FC236}">
                    <a16:creationId xmlns:a16="http://schemas.microsoft.com/office/drawing/2014/main" id="{3E8B26BB-C162-4CAF-8919-EF4839B4A043}"/>
                  </a:ext>
                </a:extLst>
              </p:cNvPr>
              <p:cNvSpPr/>
              <p:nvPr/>
            </p:nvSpPr>
            <p:spPr>
              <a:xfrm>
                <a:off x="757550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5" name="Rectangle 8414">
                <a:extLst>
                  <a:ext uri="{FF2B5EF4-FFF2-40B4-BE49-F238E27FC236}">
                    <a16:creationId xmlns:a16="http://schemas.microsoft.com/office/drawing/2014/main" id="{C8C38007-7AE0-49F4-AA4F-ED66905690A4}"/>
                  </a:ext>
                </a:extLst>
              </p:cNvPr>
              <p:cNvSpPr/>
              <p:nvPr/>
            </p:nvSpPr>
            <p:spPr>
              <a:xfrm>
                <a:off x="57763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6" name="Rectangle 8415">
                <a:extLst>
                  <a:ext uri="{FF2B5EF4-FFF2-40B4-BE49-F238E27FC236}">
                    <a16:creationId xmlns:a16="http://schemas.microsoft.com/office/drawing/2014/main" id="{5A8361CA-680F-45F3-A21C-8BEEE02F34C3}"/>
                  </a:ext>
                </a:extLst>
              </p:cNvPr>
              <p:cNvSpPr/>
              <p:nvPr/>
            </p:nvSpPr>
            <p:spPr>
              <a:xfrm>
                <a:off x="937466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7" name="Rectangle 8416">
                <a:extLst>
                  <a:ext uri="{FF2B5EF4-FFF2-40B4-BE49-F238E27FC236}">
                    <a16:creationId xmlns:a16="http://schemas.microsoft.com/office/drawing/2014/main" id="{3C722730-A2DD-4CBE-B807-91549D72388A}"/>
                  </a:ext>
                </a:extLst>
              </p:cNvPr>
              <p:cNvSpPr/>
              <p:nvPr/>
            </p:nvSpPr>
            <p:spPr>
              <a:xfrm>
                <a:off x="1117298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8" name="Rectangle 8417">
                <a:extLst>
                  <a:ext uri="{FF2B5EF4-FFF2-40B4-BE49-F238E27FC236}">
                    <a16:creationId xmlns:a16="http://schemas.microsoft.com/office/drawing/2014/main" id="{4B63B2AA-AD7D-4206-AB24-8D005AC5273B}"/>
                  </a:ext>
                </a:extLst>
              </p:cNvPr>
              <p:cNvSpPr/>
              <p:nvPr/>
            </p:nvSpPr>
            <p:spPr>
              <a:xfrm>
                <a:off x="1297214" y="556048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19" name="Rectangle 8418">
                <a:extLst>
                  <a:ext uri="{FF2B5EF4-FFF2-40B4-BE49-F238E27FC236}">
                    <a16:creationId xmlns:a16="http://schemas.microsoft.com/office/drawing/2014/main" id="{AA6F6B95-5E2C-4B16-9D85-A798791032F6}"/>
                  </a:ext>
                </a:extLst>
              </p:cNvPr>
              <p:cNvSpPr/>
              <p:nvPr/>
            </p:nvSpPr>
            <p:spPr>
              <a:xfrm>
                <a:off x="757466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0" name="Rectangle 8419">
                <a:extLst>
                  <a:ext uri="{FF2B5EF4-FFF2-40B4-BE49-F238E27FC236}">
                    <a16:creationId xmlns:a16="http://schemas.microsoft.com/office/drawing/2014/main" id="{F2D828FA-E322-4A76-B5BA-9F0DD3C3E38E}"/>
                  </a:ext>
                </a:extLst>
              </p:cNvPr>
              <p:cNvSpPr/>
              <p:nvPr/>
            </p:nvSpPr>
            <p:spPr>
              <a:xfrm>
                <a:off x="57755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1" name="Rectangle 8420">
                <a:extLst>
                  <a:ext uri="{FF2B5EF4-FFF2-40B4-BE49-F238E27FC236}">
                    <a16:creationId xmlns:a16="http://schemas.microsoft.com/office/drawing/2014/main" id="{E9E8AA24-7BE4-48CC-9651-A0C0BDCA86BB}"/>
                  </a:ext>
                </a:extLst>
              </p:cNvPr>
              <p:cNvSpPr/>
              <p:nvPr/>
            </p:nvSpPr>
            <p:spPr>
              <a:xfrm>
                <a:off x="937382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2" name="Rectangle 8421">
                <a:extLst>
                  <a:ext uri="{FF2B5EF4-FFF2-40B4-BE49-F238E27FC236}">
                    <a16:creationId xmlns:a16="http://schemas.microsoft.com/office/drawing/2014/main" id="{5AD14553-DFCB-41AC-914D-8BC53D83B4DB}"/>
                  </a:ext>
                </a:extLst>
              </p:cNvPr>
              <p:cNvSpPr/>
              <p:nvPr/>
            </p:nvSpPr>
            <p:spPr>
              <a:xfrm>
                <a:off x="1117214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3" name="Rectangle 8422">
                <a:extLst>
                  <a:ext uri="{FF2B5EF4-FFF2-40B4-BE49-F238E27FC236}">
                    <a16:creationId xmlns:a16="http://schemas.microsoft.com/office/drawing/2014/main" id="{A316032A-87F0-4502-BC7E-864A70483D67}"/>
                  </a:ext>
                </a:extLst>
              </p:cNvPr>
              <p:cNvSpPr/>
              <p:nvPr/>
            </p:nvSpPr>
            <p:spPr>
              <a:xfrm>
                <a:off x="1297130" y="75085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4" name="Rectangle 8423">
                <a:extLst>
                  <a:ext uri="{FF2B5EF4-FFF2-40B4-BE49-F238E27FC236}">
                    <a16:creationId xmlns:a16="http://schemas.microsoft.com/office/drawing/2014/main" id="{8B04A37E-8D97-4B1D-948B-D23E208A7C8F}"/>
                  </a:ext>
                </a:extLst>
              </p:cNvPr>
              <p:cNvSpPr/>
              <p:nvPr/>
            </p:nvSpPr>
            <p:spPr>
              <a:xfrm>
                <a:off x="757382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5" name="Rectangle 8424">
                <a:extLst>
                  <a:ext uri="{FF2B5EF4-FFF2-40B4-BE49-F238E27FC236}">
                    <a16:creationId xmlns:a16="http://schemas.microsoft.com/office/drawing/2014/main" id="{4E2AC16B-51E1-41D7-850D-089913FA0710}"/>
                  </a:ext>
                </a:extLst>
              </p:cNvPr>
              <p:cNvSpPr/>
              <p:nvPr/>
            </p:nvSpPr>
            <p:spPr>
              <a:xfrm>
                <a:off x="57746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6" name="Rectangle 8425">
                <a:extLst>
                  <a:ext uri="{FF2B5EF4-FFF2-40B4-BE49-F238E27FC236}">
                    <a16:creationId xmlns:a16="http://schemas.microsoft.com/office/drawing/2014/main" id="{ABD2CAC0-2F5A-43BF-9285-075F799C766E}"/>
                  </a:ext>
                </a:extLst>
              </p:cNvPr>
              <p:cNvSpPr/>
              <p:nvPr/>
            </p:nvSpPr>
            <p:spPr>
              <a:xfrm>
                <a:off x="937298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7" name="Rectangle 8426">
                <a:extLst>
                  <a:ext uri="{FF2B5EF4-FFF2-40B4-BE49-F238E27FC236}">
                    <a16:creationId xmlns:a16="http://schemas.microsoft.com/office/drawing/2014/main" id="{999CE40A-43D1-483F-B106-A1856CAA9F04}"/>
                  </a:ext>
                </a:extLst>
              </p:cNvPr>
              <p:cNvSpPr/>
              <p:nvPr/>
            </p:nvSpPr>
            <p:spPr>
              <a:xfrm>
                <a:off x="1117130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8" name="Rectangle 8427">
                <a:extLst>
                  <a:ext uri="{FF2B5EF4-FFF2-40B4-BE49-F238E27FC236}">
                    <a16:creationId xmlns:a16="http://schemas.microsoft.com/office/drawing/2014/main" id="{C0F37D39-5B1E-4FAC-B92D-81898ED4650F}"/>
                  </a:ext>
                </a:extLst>
              </p:cNvPr>
              <p:cNvSpPr/>
              <p:nvPr/>
            </p:nvSpPr>
            <p:spPr>
              <a:xfrm>
                <a:off x="1297046" y="945669"/>
                <a:ext cx="180000" cy="194810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1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  <p:sp>
            <p:nvSpPr>
              <p:cNvPr id="8429" name="Rectangle 8428">
                <a:extLst>
                  <a:ext uri="{FF2B5EF4-FFF2-40B4-BE49-F238E27FC236}">
                    <a16:creationId xmlns:a16="http://schemas.microsoft.com/office/drawing/2014/main" id="{9484DA9C-513E-45E5-8E6A-11E52AC4CEC4}"/>
                  </a:ext>
                </a:extLst>
              </p:cNvPr>
              <p:cNvSpPr/>
              <p:nvPr/>
            </p:nvSpPr>
            <p:spPr>
              <a:xfrm>
                <a:off x="577340" y="167393"/>
                <a:ext cx="900000" cy="974051"/>
              </a:xfrm>
              <a:prstGeom prst="rect">
                <a:avLst/>
              </a:prstGeom>
              <a:noFill/>
              <a:ln w="3175">
                <a:solidFill>
                  <a:srgbClr val="FFFFFF">
                    <a:alpha val="30196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H" b="0"/>
              </a:p>
            </p:txBody>
          </p:sp>
        </p:grpSp>
      </p:grpSp>
      <p:sp>
        <p:nvSpPr>
          <p:cNvPr id="7" name="Rectangle 6"/>
          <p:cNvSpPr/>
          <p:nvPr userDrawn="1"/>
        </p:nvSpPr>
        <p:spPr>
          <a:xfrm>
            <a:off x="7970520" y="5146766"/>
            <a:ext cx="3594463" cy="1421673"/>
          </a:xfrm>
          <a:prstGeom prst="rect">
            <a:avLst/>
          </a:prstGeom>
          <a:noFill/>
          <a:ln w="28575">
            <a:solidFill>
              <a:srgbClr val="FFFFFF">
                <a:alpha val="6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716" name="Rectangle 8715"/>
          <p:cNvSpPr/>
          <p:nvPr userDrawn="1"/>
        </p:nvSpPr>
        <p:spPr>
          <a:xfrm>
            <a:off x="782320" y="294640"/>
            <a:ext cx="10782663" cy="6273799"/>
          </a:xfrm>
          <a:prstGeom prst="rect">
            <a:avLst/>
          </a:prstGeom>
          <a:noFill/>
          <a:ln w="28575">
            <a:solidFill>
              <a:srgbClr val="FFFFFF">
                <a:alpha val="6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74550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EE693-BCF4-48D7-A2B0-56FD0A71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56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4D9E-B983-4CE3-936E-209BE046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2pPr>
            <a:lvl3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3pPr>
            <a:lvl4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4pPr>
            <a:lvl5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6F4C-A6EA-4F24-9E4F-B6ABCA768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25158-B9AF-49CA-9DE0-F889047A6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515310-27A2-465A-AF54-1214D1C6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17637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FB80387-6204-02CB-8272-82F311815CFE}"/>
              </a:ext>
            </a:extLst>
          </p:cNvPr>
          <p:cNvSpPr/>
          <p:nvPr userDrawn="1"/>
        </p:nvSpPr>
        <p:spPr>
          <a:xfrm>
            <a:off x="0" y="-27432"/>
            <a:ext cx="5006898" cy="6721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0F47A5-8138-4329-B170-D7C28B3FD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2352" y="433486"/>
            <a:ext cx="6051394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D4BF7F-BB80-4F7B-A52D-68EA93A702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02351" y="3429000"/>
            <a:ext cx="6051393" cy="255001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8446B-E14D-42AC-AAF0-7B9558AB9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E9950-B733-4ACC-8A2E-7B3D9C3E1375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CDE79-9FE1-436F-A021-6A1EA843A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53E64-3475-428D-8926-CDDF8C366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74175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7F646-A9FB-4A93-8A9B-46DFBD97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4751-BA14-45E8-BCED-91E7AF87EE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258A8-CC33-437B-8DCF-27B419AFA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246D14-D529-4E54-9E51-16AE703BB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86B62-8D56-4B60-80AA-0809324CF4C8}" type="datetime1">
              <a:rPr lang="fr-CH" smtClean="0"/>
              <a:t>24.11.2025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B4E879-7EF1-4667-B24D-6D591C30D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0B0638-B95A-4907-9548-42F7288C5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53527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4A655-9569-4DC1-90B1-EA5F4DFF1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99532-B16E-4262-93AB-DA9591C53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30E7BC-1050-43D6-AD7F-9DA4614A35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690C07-1B6F-47EA-B185-9B87385C69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E861E-D731-44D6-99C1-0C29D4D8D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0E5516-B71D-4777-BD7E-34367A193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4EE4A1-8973-4E31-912A-AE7B9002F71C}" type="datetime1">
              <a:rPr lang="fr-CH" smtClean="0"/>
              <a:t>24.11.2025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342FC4-7CCA-4987-B401-0D3E9EFB5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EDA39A-2D00-49C3-9E0D-81ADACA7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10887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F6FFE-96D9-4B34-AEC1-E6E432A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38A47B-348E-4902-A87A-5EAEB9AE8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A360E-15A7-4124-8C47-0E1CAA663EE5}" type="datetime1">
              <a:rPr lang="fr-CH" smtClean="0"/>
              <a:t>24.11.2025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18803C-BEDB-4D78-950D-026F72A3B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95347-B981-4BE4-8FD5-E37C83D9D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17253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CB548C2-6056-48FA-CA0F-1E89E3CC61AB}"/>
              </a:ext>
            </a:extLst>
          </p:cNvPr>
          <p:cNvSpPr/>
          <p:nvPr userDrawn="1"/>
        </p:nvSpPr>
        <p:spPr>
          <a:xfrm>
            <a:off x="1985847" y="769434"/>
            <a:ext cx="8220307" cy="5263376"/>
          </a:xfrm>
          <a:prstGeom prst="rect">
            <a:avLst/>
          </a:prstGeom>
          <a:solidFill>
            <a:srgbClr val="B5676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D1A69-7E2E-412F-8ABF-C8274AE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07751" y="0"/>
            <a:ext cx="2743200" cy="365125"/>
          </a:xfrm>
        </p:spPr>
        <p:txBody>
          <a:bodyPr/>
          <a:lstStyle/>
          <a:p>
            <a:fld id="{56521061-0D93-4B81-83F1-CB9B8348BCE1}" type="datetime1">
              <a:rPr lang="fr-CH" smtClean="0"/>
              <a:t>24.11.2025</a:t>
            </a:fld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C82F-D3B0-4913-8738-1BE63A8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58BDA6-52D9-C1EB-6227-61C9369D9049}"/>
              </a:ext>
            </a:extLst>
          </p:cNvPr>
          <p:cNvSpPr/>
          <p:nvPr userDrawn="1"/>
        </p:nvSpPr>
        <p:spPr>
          <a:xfrm>
            <a:off x="1546303" y="1067649"/>
            <a:ext cx="9099395" cy="1115122"/>
          </a:xfrm>
          <a:prstGeom prst="rect">
            <a:avLst/>
          </a:prstGeom>
          <a:solidFill>
            <a:srgbClr val="D3BCB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CH" sz="5600" spc="60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Daytona Light" panose="020B0604020202020204" pitchFamily="34" charset="0"/>
                <a:cs typeface="Helvetica" panose="020B0604020202020204" pitchFamily="34" charset="0"/>
              </a:rPr>
              <a:t>LE PROBLÈME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921C8FD-113E-8BFB-A142-B44E3B2927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229138" y="2297150"/>
            <a:ext cx="8196788" cy="3409563"/>
          </a:xfrm>
        </p:spPr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C1E8FF-F703-137A-1F3B-552D8AD97F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86200" y="6356350"/>
            <a:ext cx="4441825" cy="365125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2306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D1A69-7E2E-412F-8ABF-C8274AE3F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6DC1A-D182-42A9-B8B5-3B898D32CB50}" type="datetime1">
              <a:rPr lang="fr-CH" smtClean="0"/>
              <a:t>24.11.2025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1DFA6-2D7D-48AB-895A-E117810E4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2C82F-D3B0-4913-8738-1BE63A85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22572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7EF89-D126-4FE9-A85E-FC417B632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F461E-3D4A-4F92-997C-9E6D7D88C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D1EF0B-176D-4351-A2A2-7CB8BACC10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9F0C0-4F88-4D64-93D1-95E1C15F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FC7AB-CC60-49A6-B32D-7EF99A202370}" type="datetime1">
              <a:rPr lang="fr-CH" smtClean="0"/>
              <a:t>24.11.2025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975FB2-C8B7-48DC-BFAA-0D39A3DE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9AD880-A5FE-415B-8EA9-FD08E1787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15178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D9679-CF50-46BE-8BDB-C7E61C307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E55319-8DC7-45B1-900D-E649D1B00B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E3FDFC-1E7F-4BE6-BCAF-A729CD6250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519E-41CD-4F53-9DD3-A6AC86BB5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B6F17-CB18-4F9A-8BBB-A8E031E4D57C}" type="datetime1">
              <a:rPr lang="fr-CH" smtClean="0"/>
              <a:t>24.11.2025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366A08-2B1A-43DF-ADB1-1DF388F1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59EA7-AD92-4B24-88FA-6D02A7DE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045641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ABC7-1652-4289-8CE3-657D09F8D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75BAA7-152F-420A-9931-8814A39389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894CC-EF76-402A-AF0B-12E6528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30C0C-7588-4082-B618-69188074804F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9E598-A738-40DC-9C3D-744132410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8E74F-AF89-4196-BA57-A56C3FBA2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214465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877B9C-2A56-40C4-B057-6B40CD9E2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C535A-CD0B-49C4-AB77-3104BF76B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1BACA-1163-4819-987F-037DDC49D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D6012-C93A-4CA8-B3EA-E261566241B5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1DEBA2-F6BE-4147-A731-8805FB37C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A3B0E-5F75-49E1-A6FD-DDE0093C5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24307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5F7FA">
                <a:alpha val="89804"/>
              </a:srgbClr>
            </a:gs>
            <a:gs pos="100000">
              <a:srgbClr val="F5F7F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E09ED7-AE38-4460-A0D6-A9B7118A4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219C7-FBDA-4B2A-B02F-17797A3D9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655C9-6EAC-4EDB-A742-619ED6F9EF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356E8D19-C006-4054-B5E5-6DC5889B944F}" type="datetime1">
              <a:rPr lang="fr-CH" smtClean="0"/>
              <a:pPr/>
              <a:t>24.11.2025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EB6B0-18DC-4318-94C8-083DCC617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D7902-F4A4-4E29-84B2-EE8B4E9C2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accent6">
                    <a:lumMod val="5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D8134CE5-34C2-4E1A-BD32-3DE8831B36D6}" type="slidenum">
              <a:rPr lang="fr-CH" smtClean="0"/>
              <a:pPr/>
              <a:t>‹N°›</a:t>
            </a:fld>
            <a:r>
              <a:rPr lang="fr-CH"/>
              <a:t>/Total</a:t>
            </a:r>
          </a:p>
        </p:txBody>
      </p:sp>
      <p:sp>
        <p:nvSpPr>
          <p:cNvPr id="8" name="PB">
            <a:extLst>
              <a:ext uri="{FF2B5EF4-FFF2-40B4-BE49-F238E27FC236}">
                <a16:creationId xmlns:a16="http://schemas.microsoft.com/office/drawing/2014/main" id="{1052F75B-C0EB-567D-73FC-C1B262D76770}"/>
              </a:ext>
            </a:extLst>
          </p:cNvPr>
          <p:cNvSpPr/>
          <p:nvPr userDrawn="1"/>
        </p:nvSpPr>
        <p:spPr>
          <a:xfrm>
            <a:off x="0" y="6702552"/>
            <a:ext cx="12192000" cy="292608"/>
          </a:xfrm>
          <a:prstGeom prst="rect">
            <a:avLst/>
          </a:prstGeom>
          <a:solidFill>
            <a:schemeClr val="tx1">
              <a:alpha val="3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7" name="Image 7">
            <a:extLst>
              <a:ext uri="{FF2B5EF4-FFF2-40B4-BE49-F238E27FC236}">
                <a16:creationId xmlns:a16="http://schemas.microsoft.com/office/drawing/2014/main" id="{3F0A1181-D7E7-B3DC-C56C-188A43C4CD6C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580786" y="2902192"/>
            <a:ext cx="1903346" cy="459519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F56A3F54-2B1D-63AD-E103-C28D42FEFD09}"/>
              </a:ext>
            </a:extLst>
          </p:cNvPr>
          <p:cNvCxnSpPr>
            <a:cxnSpLocks/>
          </p:cNvCxnSpPr>
          <p:nvPr userDrawn="1"/>
        </p:nvCxnSpPr>
        <p:spPr>
          <a:xfrm flipH="1">
            <a:off x="713361" y="365125"/>
            <a:ext cx="5195" cy="6249989"/>
          </a:xfrm>
          <a:prstGeom prst="line">
            <a:avLst/>
          </a:prstGeom>
          <a:ln w="19050" cap="rnd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92428D2-BBF5-61C6-C54D-89D900B9B794}"/>
              </a:ext>
            </a:extLst>
          </p:cNvPr>
          <p:cNvSpPr txBox="1"/>
          <p:nvPr userDrawn="1"/>
        </p:nvSpPr>
        <p:spPr>
          <a:xfrm rot="16200000">
            <a:off x="-421424" y="704741"/>
            <a:ext cx="1771434" cy="64633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CH" sz="3600">
                <a:solidFill>
                  <a:schemeClr val="accent2">
                    <a:lumMod val="75000"/>
                  </a:schemeClr>
                </a:solidFill>
              </a:rPr>
              <a:t>183</a:t>
            </a:r>
          </a:p>
        </p:txBody>
      </p:sp>
    </p:spTree>
    <p:extLst>
      <p:ext uri="{BB962C8B-B14F-4D97-AF65-F5344CB8AC3E}">
        <p14:creationId xmlns:p14="http://schemas.microsoft.com/office/powerpoint/2010/main" val="6618220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62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600" b="1" kern="1200">
          <a:solidFill>
            <a:srgbClr val="004595"/>
          </a:solidFill>
          <a:effectLst/>
          <a:latin typeface="Century Gothic" panose="020B0502020202020204" pitchFamily="34" charset="0"/>
          <a:ea typeface="+mj-ea"/>
          <a:cs typeface="Helvetica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59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err="1">
                <a:solidFill>
                  <a:srgbClr val="004595"/>
                </a:solidFill>
              </a:rPr>
              <a:t>Owasp</a:t>
            </a:r>
            <a:r>
              <a:rPr lang="fr-CH">
                <a:solidFill>
                  <a:srgbClr val="004595"/>
                </a:solidFill>
              </a:rPr>
              <a:t> </a:t>
            </a:r>
            <a:r>
              <a:rPr lang="fr-CH" err="1">
                <a:solidFill>
                  <a:srgbClr val="004595"/>
                </a:solidFill>
              </a:rPr>
              <a:t>JuiceShop</a:t>
            </a:r>
            <a:endParaRPr lang="fr-CH" b="1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endParaRPr lang="fr-CH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05600"/>
            <a:ext cx="18197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4359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Les objectifs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A la fin de la session, vous serez capables de :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Comprendre par des exemples réels les failles potentielles d’une application web</a:t>
            </a:r>
          </a:p>
          <a:p>
            <a:endParaRPr lang="fr-CH" dirty="0">
              <a:effectLst/>
              <a:highlight>
                <a:srgbClr val="FFFF00"/>
              </a:highlight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2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54E822BA-75A1-4CF0-16F1-8499C441775F}"/>
              </a:ext>
            </a:extLst>
          </p:cNvPr>
          <p:cNvSpPr/>
          <p:nvPr/>
        </p:nvSpPr>
        <p:spPr>
          <a:xfrm>
            <a:off x="0" y="6705600"/>
            <a:ext cx="545910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8574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Outils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CH" sz="3600" err="1"/>
              <a:t>Owasp</a:t>
            </a:r>
            <a:r>
              <a:rPr lang="fr-CH" sz="3600"/>
              <a:t> </a:t>
            </a:r>
            <a:r>
              <a:rPr lang="fr-CH" sz="3600" err="1"/>
              <a:t>JuiceShop</a:t>
            </a:r>
            <a:endParaRPr lang="fr-CH" sz="3600"/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Site développé par OWASP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Comprend de nombreuses failles de sécurité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Outil pédagogique pour comprendre concrètement les failles de sécurité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3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05600"/>
            <a:ext cx="727881" cy="15240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62745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 sz="6000" err="1"/>
              <a:t>Owasp</a:t>
            </a:r>
            <a:r>
              <a:rPr lang="fr-CH" sz="6000"/>
              <a:t> </a:t>
            </a:r>
            <a:r>
              <a:rPr lang="fr-CH" sz="6000" err="1"/>
              <a:t>JuiceShop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Les failles de sécurité sont expliquées au travers de différents challenges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Difficulté de 1 à 5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Challenges en mode guidé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Notifications d’aide pour réaliser le challenge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4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21474"/>
            <a:ext cx="769545" cy="136525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694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Premier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Découvrir la page cachée du tableau des score</a:t>
            </a: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35778"/>
            <a:ext cx="1013988" cy="122222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5228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C1738-D30F-A3E9-26CB-52BEC6E93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D5FE0-268C-C48C-515A-FC073A1F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 dirty="0"/>
              <a:t>Rappel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C3155-EBEA-0D25-CBA8-53A6FE937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 dirty="0">
                <a:effectLst/>
                <a:latin typeface="Century Gothic" panose="020B0502020202020204" pitchFamily="34" charset="0"/>
              </a:rPr>
              <a:t>HTTP</a:t>
            </a:r>
          </a:p>
          <a:p>
            <a:pPr lvl="1"/>
            <a:r>
              <a:rPr lang="fr-CH" dirty="0">
                <a:effectLst/>
                <a:latin typeface="Century Gothic" panose="020B0502020202020204" pitchFamily="34" charset="0"/>
              </a:rPr>
              <a:t>Requête</a:t>
            </a:r>
          </a:p>
          <a:p>
            <a:pPr lvl="2"/>
            <a:r>
              <a:rPr lang="fr-CH" dirty="0">
                <a:effectLst/>
                <a:latin typeface="Century Gothic" panose="020B0502020202020204" pitchFamily="34" charset="0"/>
              </a:rPr>
              <a:t>GET/POST/PUT $Ressource HTTP/1.1 (texte)</a:t>
            </a:r>
          </a:p>
          <a:p>
            <a:pPr lvl="2"/>
            <a:r>
              <a:rPr lang="fr-CH" dirty="0">
                <a:effectLst/>
                <a:latin typeface="Century Gothic" panose="020B0502020202020204" pitchFamily="34" charset="0"/>
              </a:rPr>
              <a:t>Entête (texte)</a:t>
            </a:r>
          </a:p>
          <a:p>
            <a:pPr lvl="2"/>
            <a:r>
              <a:rPr lang="fr-CH" dirty="0">
                <a:effectLst/>
                <a:latin typeface="Century Gothic" panose="020B0502020202020204" pitchFamily="34" charset="0"/>
              </a:rPr>
              <a:t>Corps (texte / bytes)</a:t>
            </a:r>
          </a:p>
          <a:p>
            <a:pPr lvl="1"/>
            <a:r>
              <a:rPr lang="fr-CH" dirty="0">
                <a:effectLst/>
                <a:latin typeface="Century Gothic" panose="020B0502020202020204" pitchFamily="34" charset="0"/>
              </a:rPr>
              <a:t>Réponse</a:t>
            </a:r>
          </a:p>
          <a:p>
            <a:pPr lvl="2"/>
            <a:r>
              <a:rPr lang="fr-CH" dirty="0">
                <a:effectLst/>
                <a:latin typeface="Century Gothic" panose="020B0502020202020204" pitchFamily="34" charset="0"/>
              </a:rPr>
              <a:t>HTTP/1.1 200 OK (texte)</a:t>
            </a:r>
          </a:p>
          <a:p>
            <a:pPr lvl="2"/>
            <a:r>
              <a:rPr lang="fr-CH" dirty="0">
                <a:effectLst/>
                <a:latin typeface="Century Gothic" panose="020B0502020202020204" pitchFamily="34" charset="0"/>
              </a:rPr>
              <a:t>Entête (texte)</a:t>
            </a:r>
          </a:p>
          <a:p>
            <a:pPr lvl="2"/>
            <a:r>
              <a:rPr lang="fr-CH" dirty="0">
                <a:effectLst/>
                <a:latin typeface="Century Gothic" panose="020B0502020202020204" pitchFamily="34" charset="0"/>
              </a:rPr>
              <a:t>Corps (texte / bytes)</a:t>
            </a: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HTML VS JavaScript</a:t>
            </a: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Cookie, Storage local, …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7104A-EADD-31E2-7BE8-13BEF0752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6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F7972FA-1C35-DE6D-B1C9-FB1208483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5E7DD8C2-E15E-54B3-33AA-A1D94629043B}"/>
              </a:ext>
            </a:extLst>
          </p:cNvPr>
          <p:cNvSpPr/>
          <p:nvPr/>
        </p:nvSpPr>
        <p:spPr>
          <a:xfrm>
            <a:off x="0" y="6721475"/>
            <a:ext cx="1566249" cy="136524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51153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Aide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Traduire le site en français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La traduction n’est pas parfaite</a:t>
            </a:r>
          </a:p>
          <a:p>
            <a:pPr marL="457200" lvl="1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Dans le menu en haut à gauche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« Aide pour commencer »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7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21475"/>
            <a:ext cx="2435381" cy="136524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93221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 dirty="0">
                <a:effectLst/>
                <a:latin typeface="Century Gothic" panose="020B0502020202020204" pitchFamily="34" charset="0"/>
              </a:rPr>
              <a:t>Outils développeurs ou F12</a:t>
            </a: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Fichiers sources</a:t>
            </a:r>
          </a:p>
          <a:p>
            <a:pPr marL="914400" lvl="2" indent="0">
              <a:buNone/>
            </a:pPr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r>
              <a:rPr lang="fr-CH" dirty="0">
                <a:effectLst/>
                <a:latin typeface="Century Gothic" panose="020B0502020202020204" pitchFamily="34" charset="0"/>
              </a:rPr>
              <a:t>http://localhost:3000/#/score-board</a:t>
            </a:r>
          </a:p>
          <a:p>
            <a:endParaRPr lang="fr-CH" dirty="0">
              <a:effectLst/>
              <a:latin typeface="Century Gothic" panose="020B0502020202020204" pitchFamily="34" charset="0"/>
            </a:endParaRPr>
          </a:p>
          <a:p>
            <a:endParaRPr lang="fr-CH" dirty="0"/>
          </a:p>
          <a:p>
            <a:endParaRPr lang="fr-CH" dirty="0"/>
          </a:p>
          <a:p>
            <a:endParaRPr lang="fr-CH" dirty="0"/>
          </a:p>
          <a:p>
            <a:endParaRPr lang="fr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8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21474"/>
            <a:ext cx="2616451" cy="136525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74151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2ème</a:t>
            </a:r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DOM XSS</a:t>
            </a: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-1" y="6735778"/>
            <a:ext cx="3838669" cy="122222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32035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CH">
                <a:effectLst/>
                <a:latin typeface="Century Gothic" panose="020B0502020202020204" pitchFamily="34" charset="0"/>
              </a:rPr>
              <a:t>Dans la barre de recherche :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</a:rPr>
              <a:t>&lt;h1&gt;hello world&lt;/h1&gt;&lt;</a:t>
            </a:r>
            <a:r>
              <a:rPr lang="fr-CH" err="1">
                <a:effectLst/>
              </a:rPr>
              <a:t>ul</a:t>
            </a:r>
            <a:r>
              <a:rPr lang="fr-CH">
                <a:effectLst/>
              </a:rPr>
              <a:t>&gt;&lt;li&gt;test&lt;/li&gt;&lt;/</a:t>
            </a:r>
            <a:r>
              <a:rPr lang="fr-CH" err="1">
                <a:effectLst/>
              </a:rPr>
              <a:t>ul</a:t>
            </a:r>
            <a:r>
              <a:rPr lang="fr-CH">
                <a:effectLst/>
              </a:rPr>
              <a:t>&gt;</a:t>
            </a:r>
          </a:p>
          <a:p>
            <a:r>
              <a:rPr lang="fr-CH">
                <a:effectLst/>
              </a:rPr>
              <a:t>&lt;</a:t>
            </a:r>
            <a:r>
              <a:rPr lang="fr-CH" err="1">
                <a:effectLst/>
              </a:rPr>
              <a:t>iframe</a:t>
            </a:r>
            <a:r>
              <a:rPr lang="fr-CH">
                <a:effectLst/>
              </a:rPr>
              <a:t> src="</a:t>
            </a:r>
            <a:r>
              <a:rPr lang="fr-CH" err="1">
                <a:effectLst/>
              </a:rPr>
              <a:t>javascript:alert</a:t>
            </a:r>
            <a:r>
              <a:rPr lang="fr-CH">
                <a:effectLst/>
              </a:rPr>
              <a:t>(`</a:t>
            </a:r>
            <a:r>
              <a:rPr lang="fr-CH" err="1">
                <a:effectLst/>
              </a:rPr>
              <a:t>xss</a:t>
            </a:r>
            <a:r>
              <a:rPr lang="fr-CH">
                <a:effectLst/>
              </a:rPr>
              <a:t>`)"&gt;</a:t>
            </a:r>
            <a:endParaRPr lang="fr-CH">
              <a:effectLst/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10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21474"/>
            <a:ext cx="5794218" cy="136525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10329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Challenge Bonus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Bonus </a:t>
            </a:r>
            <a:r>
              <a:rPr lang="fr-CH" err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Payload</a:t>
            </a:r>
            <a:endParaRPr lang="fr-CH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726724"/>
            <a:ext cx="7985156" cy="131275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350103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3ème</a:t>
            </a:r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 err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Confidential</a:t>
            </a:r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Document</a:t>
            </a: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663350"/>
            <a:ext cx="8627952" cy="194650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06515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Se rendre dans la page « A propos de nous »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Cliquer sur le lien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« Lisez nos CGU ennuyantes si vous êtes intéressé par ce genre de trucs. »</a:t>
            </a:r>
          </a:p>
          <a:p>
            <a:r>
              <a:rPr lang="fr-CH">
                <a:effectLst/>
                <a:latin typeface="Century Gothic" panose="020B0502020202020204" pitchFamily="34" charset="0"/>
              </a:rPr>
              <a:t>Dans l’URL, supprimer « Legal.md »</a:t>
            </a:r>
          </a:p>
          <a:p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Trouver le document confidentiel</a:t>
            </a:r>
          </a:p>
          <a:p>
            <a:pPr marL="0" indent="0">
              <a:buNone/>
            </a:pPr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13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21474"/>
            <a:ext cx="9868277" cy="136525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9503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4ème</a:t>
            </a:r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 err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Error</a:t>
            </a:r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Handling</a:t>
            </a:r>
          </a:p>
          <a:p>
            <a:r>
              <a:rPr lang="fr-CH">
                <a:solidFill>
                  <a:srgbClr val="004595"/>
                </a:solidFill>
              </a:rPr>
              <a:t>Gestion des erreurs</a:t>
            </a:r>
            <a:endParaRPr lang="fr-CH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0" y="6699564"/>
            <a:ext cx="10668000" cy="158436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75821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Se rendre sur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http://localhost:3000/rest/qwertz</a:t>
            </a:r>
          </a:p>
          <a:p>
            <a:endParaRPr lang="fr-CH"/>
          </a:p>
          <a:p>
            <a:r>
              <a:rPr lang="fr-CH">
                <a:effectLst/>
                <a:latin typeface="Century Gothic" panose="020B0502020202020204" pitchFamily="34" charset="0"/>
              </a:rPr>
              <a:t>Qu’en déduisez-vous?</a:t>
            </a:r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15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21474"/>
            <a:ext cx="11353800" cy="136525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728557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CA417-48A2-4EC1-BB6A-E88DDE96D8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>
                <a:solidFill>
                  <a:srgbClr val="004595"/>
                </a:solidFill>
              </a:rPr>
              <a:t>5ème</a:t>
            </a:r>
            <a:r>
              <a:rPr lang="fr-CH" b="1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challenge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9501AA-B74D-4416-BEFC-D9228B665E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fr-CH">
                <a:solidFill>
                  <a:srgbClr val="004595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Login Admin</a:t>
            </a:r>
          </a:p>
          <a:p>
            <a:endParaRPr lang="fr-CH">
              <a:solidFill>
                <a:srgbClr val="004595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endParaRPr lang="fr-CH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PB">
            <a:extLst>
              <a:ext uri="{FF2B5EF4-FFF2-40B4-BE49-F238E27FC236}">
                <a16:creationId xmlns:a16="http://schemas.microsoft.com/office/drawing/2014/main" id="{6B057434-1C64-9CF1-4125-1A3A4D1C0B2E}"/>
              </a:ext>
            </a:extLst>
          </p:cNvPr>
          <p:cNvSpPr/>
          <p:nvPr/>
        </p:nvSpPr>
        <p:spPr>
          <a:xfrm>
            <a:off x="-1" y="6717670"/>
            <a:ext cx="11606543" cy="140329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68559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Identifiez-vous avec 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' or 1=1--</a:t>
            </a:r>
          </a:p>
          <a:p>
            <a:pPr lvl="1"/>
            <a:endParaRPr lang="fr-CH">
              <a:effectLst/>
              <a:latin typeface="Century Gothic" panose="020B0502020202020204" pitchFamily="34" charset="0"/>
            </a:endParaRPr>
          </a:p>
          <a:p>
            <a:r>
              <a:rPr lang="fr-CH">
                <a:effectLst/>
                <a:latin typeface="Century Gothic" panose="020B0502020202020204" pitchFamily="34" charset="0"/>
              </a:rPr>
              <a:t>Trouver l’adresse de l’admin</a:t>
            </a:r>
          </a:p>
          <a:p>
            <a:pPr lvl="1"/>
            <a:r>
              <a:rPr lang="fr-CH" err="1">
                <a:effectLst/>
                <a:latin typeface="Century Gothic" panose="020B0502020202020204" pitchFamily="34" charset="0"/>
              </a:rPr>
              <a:t>admin@juice-sh.op</a:t>
            </a:r>
            <a:r>
              <a:rPr lang="fr-CH">
                <a:effectLst/>
                <a:latin typeface="Century Gothic" panose="020B0502020202020204" pitchFamily="34" charset="0"/>
              </a:rPr>
              <a:t>'--</a:t>
            </a:r>
          </a:p>
          <a:p>
            <a:pPr lvl="1"/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17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21474"/>
            <a:ext cx="11950574" cy="136525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44566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DA6F-8E02-FE92-06B2-FCE42EDDB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H"/>
              <a:t>Challenges suivants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8913-80D5-66C0-DE37-D654360A7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H">
                <a:effectLst/>
                <a:latin typeface="Century Gothic" panose="020B0502020202020204" pitchFamily="34" charset="0"/>
              </a:rPr>
              <a:t>3 étoiles</a:t>
            </a:r>
          </a:p>
          <a:p>
            <a:pPr lvl="1"/>
            <a:r>
              <a:rPr lang="fr-CH" err="1">
                <a:effectLst/>
                <a:latin typeface="Century Gothic" panose="020B0502020202020204" pitchFamily="34" charset="0"/>
              </a:rPr>
              <a:t>View</a:t>
            </a:r>
            <a:r>
              <a:rPr lang="fr-CH">
                <a:effectLst/>
                <a:latin typeface="Century Gothic" panose="020B0502020202020204" pitchFamily="34" charset="0"/>
              </a:rPr>
              <a:t> Basket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Login Jim</a:t>
            </a:r>
          </a:p>
          <a:p>
            <a:pPr lvl="1"/>
            <a:r>
              <a:rPr lang="fr-CH">
                <a:effectLst/>
                <a:latin typeface="Century Gothic" panose="020B0502020202020204" pitchFamily="34" charset="0"/>
              </a:rPr>
              <a:t>Login Bender</a:t>
            </a:r>
          </a:p>
          <a:p>
            <a:pPr lvl="1"/>
            <a:endParaRPr lang="fr-CH">
              <a:effectLst/>
              <a:latin typeface="Century Gothic" panose="020B0502020202020204" pitchFamily="34" charset="0"/>
            </a:endParaRPr>
          </a:p>
          <a:p>
            <a:endParaRPr lang="fr-CH"/>
          </a:p>
          <a:p>
            <a:endParaRPr lang="fr-CH"/>
          </a:p>
          <a:p>
            <a:endParaRPr lang="fr-CH"/>
          </a:p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2C6C7-2C4A-2F24-2DFB-2FC940404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18</a:t>
            </a:fld>
            <a:endParaRPr lang="fr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5824F2F-6580-0D9B-3548-1038F1EDB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F148B0-E0A0-48F5-997C-8DB230C5AA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PB">
            <a:extLst>
              <a:ext uri="{FF2B5EF4-FFF2-40B4-BE49-F238E27FC236}">
                <a16:creationId xmlns:a16="http://schemas.microsoft.com/office/drawing/2014/main" id="{A0603B42-F47A-EC33-1A4F-CFB57A176C17}"/>
              </a:ext>
            </a:extLst>
          </p:cNvPr>
          <p:cNvSpPr/>
          <p:nvPr/>
        </p:nvSpPr>
        <p:spPr>
          <a:xfrm>
            <a:off x="0" y="6721474"/>
            <a:ext cx="12192000" cy="136525"/>
          </a:xfrm>
          <a:prstGeom prst="rect">
            <a:avLst/>
          </a:prstGeom>
          <a:solidFill>
            <a:srgbClr val="FFA726"/>
          </a:solidFill>
          <a:ln>
            <a:solidFill>
              <a:srgbClr val="FFA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127050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E716C0-6FF4-2566-13B4-D19B362DE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/>
              <a:t>Contres-mesures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BB9A28-BA1F-8194-26D7-8A5804EEA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Il est temps d’aller maintenant vers le code source pour identifier le </a:t>
            </a:r>
            <a:r>
              <a:rPr lang="fr-CH"/>
              <a:t>code impliqué…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9126FF8-304A-B9DF-1506-AC31DFDD6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EA277-4ABD-4FFC-841D-26DA6ECA2313}" type="datetime1">
              <a:rPr lang="fr-CH" smtClean="0"/>
              <a:t>24.11.2025</a:t>
            </a:fld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4585BF9-2BFA-CAC3-1C4F-D33D4806B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34CE5-34C2-4E1A-BD32-3DE8831B36D6}" type="slidenum">
              <a:rPr lang="fr-CH" smtClean="0"/>
              <a:t>19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14995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-module-ALL-sujet.potm" id="{0E4AA291-A3BA-417D-9DDD-704EF9C4C7DF}" vid="{88192150-CEE7-4362-8C4B-420880CAD4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D12CA962D3BC343BA4881942FCA9ABD" ma:contentTypeVersion="13" ma:contentTypeDescription="Crée un document." ma:contentTypeScope="" ma:versionID="69c7e1234aa399a5294368cedfc9727e">
  <xsd:schema xmlns:xsd="http://www.w3.org/2001/XMLSchema" xmlns:xs="http://www.w3.org/2001/XMLSchema" xmlns:p="http://schemas.microsoft.com/office/2006/metadata/properties" xmlns:ns2="eb2b4dc0-5538-4988-a426-1e3bf3687743" xmlns:ns3="26488081-7094-48e3-a435-bbb366c5709a" targetNamespace="http://schemas.microsoft.com/office/2006/metadata/properties" ma:root="true" ma:fieldsID="f55906f2b711226ab16b0d1a2f445893" ns2:_="" ns3:_="">
    <xsd:import namespace="eb2b4dc0-5538-4988-a426-1e3bf3687743"/>
    <xsd:import namespace="26488081-7094-48e3-a435-bbb366c5709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2b4dc0-5538-4988-a426-1e3bf36877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5cfe7824-1d92-4d19-9a43-1c93e0eb464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488081-7094-48e3-a435-bbb366c5709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71d2a550-8a6e-4716-a102-3562047d879a}" ma:internalName="TaxCatchAll" ma:showField="CatchAllData" ma:web="26488081-7094-48e3-a435-bbb366c5709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b2b4dc0-5538-4988-a426-1e3bf3687743">
      <Terms xmlns="http://schemas.microsoft.com/office/infopath/2007/PartnerControls"/>
    </lcf76f155ced4ddcb4097134ff3c332f>
    <TaxCatchAll xmlns="26488081-7094-48e3-a435-bbb366c5709a" xsi:nil="true"/>
  </documentManagement>
</p:properties>
</file>

<file path=customXml/itemProps1.xml><?xml version="1.0" encoding="utf-8"?>
<ds:datastoreItem xmlns:ds="http://schemas.openxmlformats.org/officeDocument/2006/customXml" ds:itemID="{3E31C3D5-5B46-4E1A-855D-CCA00E784B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495818D-B6AD-4CBA-B476-BA0D213A93A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b2b4dc0-5538-4988-a426-1e3bf3687743"/>
    <ds:schemaRef ds:uri="26488081-7094-48e3-a435-bbb366c570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D8083C-3C1C-4888-AB7E-D3C6C1B1DE24}">
  <ds:schemaRefs>
    <ds:schemaRef ds:uri="99ffe1f3-7857-457f-add0-5bdef636f38d"/>
    <ds:schemaRef ds:uri="be0d3259-a7ce-4623-88ec-81594dfcbc1c"/>
    <ds:schemaRef ds:uri="bf2f2df3-a963-4452-b0e7-67dabc627c35"/>
    <ds:schemaRef ds:uri="f7d9f5a6-831d-4621-8c77-cbcaf993e40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http://schemas.openxmlformats.org/package/2006/metadata/core-properties"/>
    <ds:schemaRef ds:uri="http://www.w3.org/XML/1998/namespace"/>
    <ds:schemaRef ds:uri="eb2b4dc0-5538-4988-a426-1e3bf3687743"/>
    <ds:schemaRef ds:uri="26488081-7094-48e3-a435-bbb366c5709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S-module-ALL-sujet</Template>
  <TotalTime>70</TotalTime>
  <Words>492</Words>
  <Application>Microsoft Office PowerPoint</Application>
  <PresentationFormat>Grand écran</PresentationFormat>
  <Paragraphs>172</Paragraphs>
  <Slides>19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Century Gothic</vt:lpstr>
      <vt:lpstr>Daytona Light</vt:lpstr>
      <vt:lpstr>Helvetica</vt:lpstr>
      <vt:lpstr>Calibri</vt:lpstr>
      <vt:lpstr>Arial</vt:lpstr>
      <vt:lpstr>Office Theme</vt:lpstr>
      <vt:lpstr>Owasp JuiceShop</vt:lpstr>
      <vt:lpstr>Les objectifs</vt:lpstr>
      <vt:lpstr>Outils</vt:lpstr>
      <vt:lpstr>Owasp JuiceShop</vt:lpstr>
      <vt:lpstr>Premier challenge</vt:lpstr>
      <vt:lpstr>Rappel</vt:lpstr>
      <vt:lpstr>Aide</vt:lpstr>
      <vt:lpstr>Solution</vt:lpstr>
      <vt:lpstr>2ème challenge</vt:lpstr>
      <vt:lpstr>Solution</vt:lpstr>
      <vt:lpstr>Challenge Bonus</vt:lpstr>
      <vt:lpstr>3ème challenge</vt:lpstr>
      <vt:lpstr>Solution</vt:lpstr>
      <vt:lpstr>4ème challenge</vt:lpstr>
      <vt:lpstr>Solution</vt:lpstr>
      <vt:lpstr>5ème challenge</vt:lpstr>
      <vt:lpstr>Solution</vt:lpstr>
      <vt:lpstr>Challenges suivants</vt:lpstr>
      <vt:lpstr>Contres-mesures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S-306-GIT</dc:title>
  <dc:creator>Cédric Schaffter</dc:creator>
  <cp:lastModifiedBy>Jonathan Melly</cp:lastModifiedBy>
  <cp:revision>7</cp:revision>
  <dcterms:created xsi:type="dcterms:W3CDTF">2023-07-10T11:31:25Z</dcterms:created>
  <dcterms:modified xsi:type="dcterms:W3CDTF">2025-11-24T12:38:40Z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0x010100BD12CA962D3BC343BA4881942FCA9ABD</vt:lpwstr>
  </property>
  <property fmtid="{D5CDD505-2E9C-101B-9397-08002B2CF9AE}" pid="4" name="xd_ProgID">
    <vt:lpwstr/>
  </property>
  <property fmtid="{D5CDD505-2E9C-101B-9397-08002B2CF9AE}" pid="5" name="_SourceUrl">
    <vt:lpwstr/>
  </property>
  <property fmtid="{D5CDD505-2E9C-101B-9397-08002B2CF9AE}" pid="6" name="_SharedFileIndex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  <property fmtid="{D5CDD505-2E9C-101B-9397-08002B2CF9AE}" pid="11" name="xd_Signature">
    <vt:bool>false</vt:bool>
  </property>
</Properties>
</file>