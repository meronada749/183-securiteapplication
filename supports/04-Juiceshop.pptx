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23"/>
  </p:notesMasterIdLst>
  <p:sldIdLst>
    <p:sldId id="302" r:id="rId5"/>
    <p:sldId id="262" r:id="rId6"/>
    <p:sldId id="342" r:id="rId7"/>
    <p:sldId id="346" r:id="rId8"/>
    <p:sldId id="344" r:id="rId9"/>
    <p:sldId id="361" r:id="rId10"/>
    <p:sldId id="345" r:id="rId11"/>
    <p:sldId id="347" r:id="rId12"/>
    <p:sldId id="348" r:id="rId13"/>
    <p:sldId id="350" r:id="rId14"/>
    <p:sldId id="351" r:id="rId15"/>
    <p:sldId id="354" r:id="rId16"/>
    <p:sldId id="355" r:id="rId17"/>
    <p:sldId id="353" r:id="rId18"/>
    <p:sldId id="352" r:id="rId19"/>
    <p:sldId id="356" r:id="rId20"/>
    <p:sldId id="357" r:id="rId21"/>
    <p:sldId id="358" r:id="rId22"/>
  </p:sldIdLst>
  <p:sldSz cx="12192000" cy="6858000"/>
  <p:notesSz cx="6858000" cy="9144000"/>
  <p:embeddedFontLs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Daytona Light" panose="020B0304030503040204" pitchFamily="34" charset="0"/>
      <p:regular r:id="rId28"/>
      <p:italic r:id="rId29"/>
    </p:embeddedFont>
    <p:embeddedFont>
      <p:font typeface="Helvetica" panose="020B0604020202020204" pitchFamily="34" charset="0"/>
      <p:regular r:id="rId30"/>
      <p:bold r:id="rId31"/>
      <p:italic r:id="rId32"/>
      <p:boldItalic r:id="rId33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4C291C-4C0B-4AA0-B003-C6C25442A5E7}">
          <p14:sldIdLst>
            <p14:sldId id="302"/>
            <p14:sldId id="262"/>
            <p14:sldId id="342"/>
            <p14:sldId id="346"/>
            <p14:sldId id="344"/>
            <p14:sldId id="361"/>
            <p14:sldId id="345"/>
            <p14:sldId id="347"/>
            <p14:sldId id="348"/>
            <p14:sldId id="350"/>
            <p14:sldId id="351"/>
            <p14:sldId id="354"/>
            <p14:sldId id="355"/>
            <p14:sldId id="353"/>
            <p14:sldId id="352"/>
            <p14:sldId id="356"/>
            <p14:sldId id="357"/>
            <p14:sldId id="3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édric Schaffter" initials="CS" lastIdx="1" clrIdx="0">
    <p:extLst>
      <p:ext uri="{19B8F6BF-5375-455C-9EA6-DF929625EA0E}">
        <p15:presenceInfo xmlns:p15="http://schemas.microsoft.com/office/powerpoint/2012/main" userId="S::px53yvq@eduvaud.ch::553b4a19-b3bd-4c85-8b03-e3da8d2d0e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0000"/>
    <a:srgbClr val="AD2B33"/>
    <a:srgbClr val="333333"/>
    <a:srgbClr val="004595"/>
    <a:srgbClr val="F5F7FA"/>
    <a:srgbClr val="66AEDD"/>
    <a:srgbClr val="EDEDED"/>
    <a:srgbClr val="CCFFFF"/>
    <a:srgbClr val="FFFFFF"/>
    <a:srgbClr val="B567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4D4B8-718C-412F-8EF4-60897C3EA1FA}" v="52" dt="2024-04-16T11:13:23.555"/>
    <p1510:client id="{77A00D6C-777A-464B-BC84-237363DA9428}" v="126" dt="2024-04-16T19:07:05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édric Schaffter" userId="553b4a19-b3bd-4c85-8b03-e3da8d2d0ee5" providerId="ADAL" clId="{97B98BAE-CEC8-4862-A891-6B64A0E5D030}"/>
    <pc:docChg chg="undo custSel addSld delSld modSld modSection">
      <pc:chgData name="Cédric Schaffter" userId="553b4a19-b3bd-4c85-8b03-e3da8d2d0ee5" providerId="ADAL" clId="{97B98BAE-CEC8-4862-A891-6B64A0E5D030}" dt="2024-03-25T21:45:39.280" v="404" actId="20577"/>
      <pc:docMkLst>
        <pc:docMk/>
      </pc:docMkLst>
      <pc:sldChg chg="modSp mod">
        <pc:chgData name="Cédric Schaffter" userId="553b4a19-b3bd-4c85-8b03-e3da8d2d0ee5" providerId="ADAL" clId="{97B98BAE-CEC8-4862-A891-6B64A0E5D030}" dt="2024-03-25T20:55:31.566" v="1" actId="20577"/>
        <pc:sldMkLst>
          <pc:docMk/>
          <pc:sldMk cId="3654359519" sldId="302"/>
        </pc:sldMkLst>
        <pc:spChg chg="mod">
          <ac:chgData name="Cédric Schaffter" userId="553b4a19-b3bd-4c85-8b03-e3da8d2d0ee5" providerId="ADAL" clId="{97B98BAE-CEC8-4862-A891-6B64A0E5D030}" dt="2024-03-25T20:55:31.566" v="1" actId="20577"/>
          <ac:spMkLst>
            <pc:docMk/>
            <pc:sldMk cId="3654359519" sldId="302"/>
            <ac:spMk id="3" creationId="{3B9501AA-B74D-4416-BEFC-D9228B665E9E}"/>
          </ac:spMkLst>
        </pc:spChg>
      </pc:sldChg>
      <pc:sldChg chg="del">
        <pc:chgData name="Cédric Schaffter" userId="553b4a19-b3bd-4c85-8b03-e3da8d2d0ee5" providerId="ADAL" clId="{97B98BAE-CEC8-4862-A891-6B64A0E5D030}" dt="2024-03-25T20:55:53.225" v="3" actId="47"/>
        <pc:sldMkLst>
          <pc:docMk/>
          <pc:sldMk cId="1194078828" sldId="305"/>
        </pc:sldMkLst>
      </pc:sldChg>
      <pc:sldChg chg="addSp delSp modSp mod">
        <pc:chgData name="Cédric Schaffter" userId="553b4a19-b3bd-4c85-8b03-e3da8d2d0ee5" providerId="ADAL" clId="{97B98BAE-CEC8-4862-A891-6B64A0E5D030}" dt="2024-03-25T21:15:12.253" v="54" actId="20577"/>
        <pc:sldMkLst>
          <pc:docMk/>
          <pc:sldMk cId="2918993193" sldId="306"/>
        </pc:sldMkLst>
        <pc:spChg chg="mod">
          <ac:chgData name="Cédric Schaffter" userId="553b4a19-b3bd-4c85-8b03-e3da8d2d0ee5" providerId="ADAL" clId="{97B98BAE-CEC8-4862-A891-6B64A0E5D030}" dt="2024-03-25T21:15:12.253" v="54" actId="20577"/>
          <ac:spMkLst>
            <pc:docMk/>
            <pc:sldMk cId="2918993193" sldId="306"/>
            <ac:spMk id="2" creationId="{577CA417-48A2-4EC1-BB6A-E88DDE96D870}"/>
          </ac:spMkLst>
        </pc:spChg>
        <pc:spChg chg="del">
          <ac:chgData name="Cédric Schaffter" userId="553b4a19-b3bd-4c85-8b03-e3da8d2d0ee5" providerId="ADAL" clId="{97B98BAE-CEC8-4862-A891-6B64A0E5D030}" dt="2024-03-25T20:56:01.497" v="5" actId="478"/>
          <ac:spMkLst>
            <pc:docMk/>
            <pc:sldMk cId="2918993193" sldId="306"/>
            <ac:spMk id="3" creationId="{3B9501AA-B74D-4416-BEFC-D9228B665E9E}"/>
          </ac:spMkLst>
        </pc:spChg>
        <pc:spChg chg="add mod">
          <ac:chgData name="Cédric Schaffter" userId="553b4a19-b3bd-4c85-8b03-e3da8d2d0ee5" providerId="ADAL" clId="{97B98BAE-CEC8-4862-A891-6B64A0E5D030}" dt="2024-03-25T20:56:01.497" v="5" actId="478"/>
          <ac:spMkLst>
            <pc:docMk/>
            <pc:sldMk cId="2918993193" sldId="306"/>
            <ac:spMk id="6" creationId="{1D445263-FEBF-14B5-1980-D96F3C15DCCB}"/>
          </ac:spMkLst>
        </pc:spChg>
      </pc:sldChg>
      <pc:sldChg chg="del">
        <pc:chgData name="Cédric Schaffter" userId="553b4a19-b3bd-4c85-8b03-e3da8d2d0ee5" providerId="ADAL" clId="{97B98BAE-CEC8-4862-A891-6B64A0E5D030}" dt="2024-03-25T20:56:10.558" v="7" actId="47"/>
        <pc:sldMkLst>
          <pc:docMk/>
          <pc:sldMk cId="1132419961" sldId="307"/>
        </pc:sldMkLst>
      </pc:sldChg>
      <pc:sldChg chg="del">
        <pc:chgData name="Cédric Schaffter" userId="553b4a19-b3bd-4c85-8b03-e3da8d2d0ee5" providerId="ADAL" clId="{97B98BAE-CEC8-4862-A891-6B64A0E5D030}" dt="2024-03-25T20:56:12.031" v="8" actId="47"/>
        <pc:sldMkLst>
          <pc:docMk/>
          <pc:sldMk cId="897100507" sldId="308"/>
        </pc:sldMkLst>
      </pc:sldChg>
      <pc:sldChg chg="del">
        <pc:chgData name="Cédric Schaffter" userId="553b4a19-b3bd-4c85-8b03-e3da8d2d0ee5" providerId="ADAL" clId="{97B98BAE-CEC8-4862-A891-6B64A0E5D030}" dt="2024-03-25T20:56:13.361" v="9" actId="47"/>
        <pc:sldMkLst>
          <pc:docMk/>
          <pc:sldMk cId="3040483899" sldId="309"/>
        </pc:sldMkLst>
      </pc:sldChg>
      <pc:sldChg chg="del">
        <pc:chgData name="Cédric Schaffter" userId="553b4a19-b3bd-4c85-8b03-e3da8d2d0ee5" providerId="ADAL" clId="{97B98BAE-CEC8-4862-A891-6B64A0E5D030}" dt="2024-03-25T20:56:15.680" v="10" actId="47"/>
        <pc:sldMkLst>
          <pc:docMk/>
          <pc:sldMk cId="546785034" sldId="310"/>
        </pc:sldMkLst>
      </pc:sldChg>
      <pc:sldChg chg="del">
        <pc:chgData name="Cédric Schaffter" userId="553b4a19-b3bd-4c85-8b03-e3da8d2d0ee5" providerId="ADAL" clId="{97B98BAE-CEC8-4862-A891-6B64A0E5D030}" dt="2024-03-25T20:56:17.237" v="11" actId="47"/>
        <pc:sldMkLst>
          <pc:docMk/>
          <pc:sldMk cId="4233074070" sldId="311"/>
        </pc:sldMkLst>
      </pc:sldChg>
      <pc:sldChg chg="del">
        <pc:chgData name="Cédric Schaffter" userId="553b4a19-b3bd-4c85-8b03-e3da8d2d0ee5" providerId="ADAL" clId="{97B98BAE-CEC8-4862-A891-6B64A0E5D030}" dt="2024-03-25T20:56:18.808" v="12" actId="47"/>
        <pc:sldMkLst>
          <pc:docMk/>
          <pc:sldMk cId="959884948" sldId="312"/>
        </pc:sldMkLst>
      </pc:sldChg>
      <pc:sldChg chg="del">
        <pc:chgData name="Cédric Schaffter" userId="553b4a19-b3bd-4c85-8b03-e3da8d2d0ee5" providerId="ADAL" clId="{97B98BAE-CEC8-4862-A891-6B64A0E5D030}" dt="2024-03-25T20:56:20.697" v="13" actId="47"/>
        <pc:sldMkLst>
          <pc:docMk/>
          <pc:sldMk cId="2243911207" sldId="313"/>
        </pc:sldMkLst>
      </pc:sldChg>
      <pc:sldChg chg="del">
        <pc:chgData name="Cédric Schaffter" userId="553b4a19-b3bd-4c85-8b03-e3da8d2d0ee5" providerId="ADAL" clId="{97B98BAE-CEC8-4862-A891-6B64A0E5D030}" dt="2024-03-25T20:56:22.189" v="14" actId="47"/>
        <pc:sldMkLst>
          <pc:docMk/>
          <pc:sldMk cId="1581265280" sldId="314"/>
        </pc:sldMkLst>
      </pc:sldChg>
      <pc:sldChg chg="del">
        <pc:chgData name="Cédric Schaffter" userId="553b4a19-b3bd-4c85-8b03-e3da8d2d0ee5" providerId="ADAL" clId="{97B98BAE-CEC8-4862-A891-6B64A0E5D030}" dt="2024-03-25T20:56:24.643" v="16" actId="47"/>
        <pc:sldMkLst>
          <pc:docMk/>
          <pc:sldMk cId="2812579616" sldId="315"/>
        </pc:sldMkLst>
      </pc:sldChg>
      <pc:sldChg chg="del">
        <pc:chgData name="Cédric Schaffter" userId="553b4a19-b3bd-4c85-8b03-e3da8d2d0ee5" providerId="ADAL" clId="{97B98BAE-CEC8-4862-A891-6B64A0E5D030}" dt="2024-03-25T20:56:23.213" v="15" actId="47"/>
        <pc:sldMkLst>
          <pc:docMk/>
          <pc:sldMk cId="3191074640" sldId="316"/>
        </pc:sldMkLst>
      </pc:sldChg>
      <pc:sldChg chg="del">
        <pc:chgData name="Cédric Schaffter" userId="553b4a19-b3bd-4c85-8b03-e3da8d2d0ee5" providerId="ADAL" clId="{97B98BAE-CEC8-4862-A891-6B64A0E5D030}" dt="2024-03-25T20:56:26.195" v="17" actId="47"/>
        <pc:sldMkLst>
          <pc:docMk/>
          <pc:sldMk cId="4038651894" sldId="317"/>
        </pc:sldMkLst>
      </pc:sldChg>
      <pc:sldChg chg="del">
        <pc:chgData name="Cédric Schaffter" userId="553b4a19-b3bd-4c85-8b03-e3da8d2d0ee5" providerId="ADAL" clId="{97B98BAE-CEC8-4862-A891-6B64A0E5D030}" dt="2024-03-25T21:15:15.396" v="55" actId="47"/>
        <pc:sldMkLst>
          <pc:docMk/>
          <pc:sldMk cId="3762770506" sldId="318"/>
        </pc:sldMkLst>
      </pc:sldChg>
      <pc:sldChg chg="del">
        <pc:chgData name="Cédric Schaffter" userId="553b4a19-b3bd-4c85-8b03-e3da8d2d0ee5" providerId="ADAL" clId="{97B98BAE-CEC8-4862-A891-6B64A0E5D030}" dt="2024-03-25T20:56:09.221" v="6" actId="47"/>
        <pc:sldMkLst>
          <pc:docMk/>
          <pc:sldMk cId="1393010897" sldId="321"/>
        </pc:sldMkLst>
      </pc:sldChg>
      <pc:sldChg chg="modSp mod">
        <pc:chgData name="Cédric Schaffter" userId="553b4a19-b3bd-4c85-8b03-e3da8d2d0ee5" providerId="ADAL" clId="{97B98BAE-CEC8-4862-A891-6B64A0E5D030}" dt="2024-03-25T20:56:58.028" v="51" actId="20577"/>
        <pc:sldMkLst>
          <pc:docMk/>
          <pc:sldMk cId="67380971" sldId="338"/>
        </pc:sldMkLst>
        <pc:spChg chg="mod">
          <ac:chgData name="Cédric Schaffter" userId="553b4a19-b3bd-4c85-8b03-e3da8d2d0ee5" providerId="ADAL" clId="{97B98BAE-CEC8-4862-A891-6B64A0E5D030}" dt="2024-03-25T20:56:43.636" v="36" actId="20577"/>
          <ac:spMkLst>
            <pc:docMk/>
            <pc:sldMk cId="67380971" sldId="338"/>
            <ac:spMk id="2" creationId="{6E891AC1-7757-84E9-A4B6-A3DAC9873AC8}"/>
          </ac:spMkLst>
        </pc:spChg>
        <pc:spChg chg="mod">
          <ac:chgData name="Cédric Schaffter" userId="553b4a19-b3bd-4c85-8b03-e3da8d2d0ee5" providerId="ADAL" clId="{97B98BAE-CEC8-4862-A891-6B64A0E5D030}" dt="2024-03-25T20:56:58.028" v="51" actId="20577"/>
          <ac:spMkLst>
            <pc:docMk/>
            <pc:sldMk cId="67380971" sldId="338"/>
            <ac:spMk id="3" creationId="{942E22A4-A7C2-811E-10FB-FA0F6AF6712F}"/>
          </ac:spMkLst>
        </pc:spChg>
      </pc:sldChg>
      <pc:sldChg chg="del">
        <pc:chgData name="Cédric Schaffter" userId="553b4a19-b3bd-4c85-8b03-e3da8d2d0ee5" providerId="ADAL" clId="{97B98BAE-CEC8-4862-A891-6B64A0E5D030}" dt="2024-03-25T20:55:50.744" v="2" actId="47"/>
        <pc:sldMkLst>
          <pc:docMk/>
          <pc:sldMk cId="4055993611" sldId="355"/>
        </pc:sldMkLst>
      </pc:sldChg>
      <pc:sldChg chg="del">
        <pc:chgData name="Cédric Schaffter" userId="553b4a19-b3bd-4c85-8b03-e3da8d2d0ee5" providerId="ADAL" clId="{97B98BAE-CEC8-4862-A891-6B64A0E5D030}" dt="2024-03-25T20:55:56.114" v="4" actId="47"/>
        <pc:sldMkLst>
          <pc:docMk/>
          <pc:sldMk cId="198641047" sldId="360"/>
        </pc:sldMkLst>
      </pc:sldChg>
      <pc:sldChg chg="modSp add mod">
        <pc:chgData name="Cédric Schaffter" userId="553b4a19-b3bd-4c85-8b03-e3da8d2d0ee5" providerId="ADAL" clId="{97B98BAE-CEC8-4862-A891-6B64A0E5D030}" dt="2024-03-25T21:29:06.369" v="194" actId="113"/>
        <pc:sldMkLst>
          <pc:docMk/>
          <pc:sldMk cId="4278092091" sldId="379"/>
        </pc:sldMkLst>
        <pc:spChg chg="mod">
          <ac:chgData name="Cédric Schaffter" userId="553b4a19-b3bd-4c85-8b03-e3da8d2d0ee5" providerId="ADAL" clId="{97B98BAE-CEC8-4862-A891-6B64A0E5D030}" dt="2024-03-25T21:15:24.221" v="65" actId="20577"/>
          <ac:spMkLst>
            <pc:docMk/>
            <pc:sldMk cId="4278092091" sldId="379"/>
            <ac:spMk id="2" creationId="{5930DA6F-8E02-FE92-06B2-FCE42EDDB07D}"/>
          </ac:spMkLst>
        </pc:spChg>
        <pc:spChg chg="mod">
          <ac:chgData name="Cédric Schaffter" userId="553b4a19-b3bd-4c85-8b03-e3da8d2d0ee5" providerId="ADAL" clId="{97B98BAE-CEC8-4862-A891-6B64A0E5D030}" dt="2024-03-25T21:29:06.369" v="194" actId="113"/>
          <ac:spMkLst>
            <pc:docMk/>
            <pc:sldMk cId="4278092091" sldId="379"/>
            <ac:spMk id="3" creationId="{ECDD8913-80D5-66C0-DE37-D654360A75C4}"/>
          </ac:spMkLst>
        </pc:spChg>
      </pc:sldChg>
      <pc:sldChg chg="modSp add mod">
        <pc:chgData name="Cédric Schaffter" userId="553b4a19-b3bd-4c85-8b03-e3da8d2d0ee5" providerId="ADAL" clId="{97B98BAE-CEC8-4862-A891-6B64A0E5D030}" dt="2024-03-25T21:17:27.182" v="177" actId="20577"/>
        <pc:sldMkLst>
          <pc:docMk/>
          <pc:sldMk cId="3025779545" sldId="380"/>
        </pc:sldMkLst>
        <pc:spChg chg="mod">
          <ac:chgData name="Cédric Schaffter" userId="553b4a19-b3bd-4c85-8b03-e3da8d2d0ee5" providerId="ADAL" clId="{97B98BAE-CEC8-4862-A891-6B64A0E5D030}" dt="2024-03-25T21:17:27.182" v="177" actId="20577"/>
          <ac:spMkLst>
            <pc:docMk/>
            <pc:sldMk cId="3025779545" sldId="380"/>
            <ac:spMk id="3" creationId="{ECDD8913-80D5-66C0-DE37-D654360A75C4}"/>
          </ac:spMkLst>
        </pc:spChg>
      </pc:sldChg>
      <pc:sldChg chg="add del">
        <pc:chgData name="Cédric Schaffter" userId="553b4a19-b3bd-4c85-8b03-e3da8d2d0ee5" providerId="ADAL" clId="{97B98BAE-CEC8-4862-A891-6B64A0E5D030}" dt="2024-03-25T21:29:11.313" v="196"/>
        <pc:sldMkLst>
          <pc:docMk/>
          <pc:sldMk cId="2007412451" sldId="381"/>
        </pc:sldMkLst>
      </pc:sldChg>
      <pc:sldChg chg="modSp add mod">
        <pc:chgData name="Cédric Schaffter" userId="553b4a19-b3bd-4c85-8b03-e3da8d2d0ee5" providerId="ADAL" clId="{97B98BAE-CEC8-4862-A891-6B64A0E5D030}" dt="2024-03-25T21:39:55.903" v="211" actId="20577"/>
        <pc:sldMkLst>
          <pc:docMk/>
          <pc:sldMk cId="3693580469" sldId="381"/>
        </pc:sldMkLst>
        <pc:spChg chg="mod">
          <ac:chgData name="Cédric Schaffter" userId="553b4a19-b3bd-4c85-8b03-e3da8d2d0ee5" providerId="ADAL" clId="{97B98BAE-CEC8-4862-A891-6B64A0E5D030}" dt="2024-03-25T21:39:55.903" v="211" actId="20577"/>
          <ac:spMkLst>
            <pc:docMk/>
            <pc:sldMk cId="3693580469" sldId="381"/>
            <ac:spMk id="2" creationId="{577CA417-48A2-4EC1-BB6A-E88DDE96D870}"/>
          </ac:spMkLst>
        </pc:spChg>
      </pc:sldChg>
      <pc:sldChg chg="modSp add mod">
        <pc:chgData name="Cédric Schaffter" userId="553b4a19-b3bd-4c85-8b03-e3da8d2d0ee5" providerId="ADAL" clId="{97B98BAE-CEC8-4862-A891-6B64A0E5D030}" dt="2024-03-25T21:44:20.386" v="347" actId="20577"/>
        <pc:sldMkLst>
          <pc:docMk/>
          <pc:sldMk cId="2153314333" sldId="382"/>
        </pc:sldMkLst>
        <pc:spChg chg="mod">
          <ac:chgData name="Cédric Schaffter" userId="553b4a19-b3bd-4c85-8b03-e3da8d2d0ee5" providerId="ADAL" clId="{97B98BAE-CEC8-4862-A891-6B64A0E5D030}" dt="2024-03-25T21:42:51.391" v="219" actId="20577"/>
          <ac:spMkLst>
            <pc:docMk/>
            <pc:sldMk cId="2153314333" sldId="382"/>
            <ac:spMk id="2" creationId="{6E891AC1-7757-84E9-A4B6-A3DAC9873AC8}"/>
          </ac:spMkLst>
        </pc:spChg>
        <pc:spChg chg="mod">
          <ac:chgData name="Cédric Schaffter" userId="553b4a19-b3bd-4c85-8b03-e3da8d2d0ee5" providerId="ADAL" clId="{97B98BAE-CEC8-4862-A891-6B64A0E5D030}" dt="2024-03-25T21:44:20.386" v="347" actId="20577"/>
          <ac:spMkLst>
            <pc:docMk/>
            <pc:sldMk cId="2153314333" sldId="382"/>
            <ac:spMk id="3" creationId="{942E22A4-A7C2-811E-10FB-FA0F6AF6712F}"/>
          </ac:spMkLst>
        </pc:spChg>
      </pc:sldChg>
      <pc:sldChg chg="modSp add mod">
        <pc:chgData name="Cédric Schaffter" userId="553b4a19-b3bd-4c85-8b03-e3da8d2d0ee5" providerId="ADAL" clId="{97B98BAE-CEC8-4862-A891-6B64A0E5D030}" dt="2024-03-25T21:45:39.280" v="404" actId="20577"/>
        <pc:sldMkLst>
          <pc:docMk/>
          <pc:sldMk cId="303106634" sldId="383"/>
        </pc:sldMkLst>
        <pc:spChg chg="mod">
          <ac:chgData name="Cédric Schaffter" userId="553b4a19-b3bd-4c85-8b03-e3da8d2d0ee5" providerId="ADAL" clId="{97B98BAE-CEC8-4862-A891-6B64A0E5D030}" dt="2024-03-25T21:44:53.224" v="349" actId="20577"/>
          <ac:spMkLst>
            <pc:docMk/>
            <pc:sldMk cId="303106634" sldId="383"/>
            <ac:spMk id="2" creationId="{6E891AC1-7757-84E9-A4B6-A3DAC9873AC8}"/>
          </ac:spMkLst>
        </pc:spChg>
        <pc:spChg chg="mod">
          <ac:chgData name="Cédric Schaffter" userId="553b4a19-b3bd-4c85-8b03-e3da8d2d0ee5" providerId="ADAL" clId="{97B98BAE-CEC8-4862-A891-6B64A0E5D030}" dt="2024-03-25T21:45:39.280" v="404" actId="20577"/>
          <ac:spMkLst>
            <pc:docMk/>
            <pc:sldMk cId="303106634" sldId="383"/>
            <ac:spMk id="3" creationId="{942E22A4-A7C2-811E-10FB-FA0F6AF6712F}"/>
          </ac:spMkLst>
        </pc:spChg>
      </pc:sldChg>
    </pc:docChg>
  </pc:docChgLst>
  <pc:docChgLst>
    <pc:chgData name="Cédric Schaffter" userId="553b4a19-b3bd-4c85-8b03-e3da8d2d0ee5" providerId="ADAL" clId="{6D24D4B8-718C-412F-8EF4-60897C3EA1FA}"/>
    <pc:docChg chg="undo custSel addSld delSld modSld sldOrd modSection">
      <pc:chgData name="Cédric Schaffter" userId="553b4a19-b3bd-4c85-8b03-e3da8d2d0ee5" providerId="ADAL" clId="{6D24D4B8-718C-412F-8EF4-60897C3EA1FA}" dt="2024-04-16T11:13:25.669" v="2756" actId="47"/>
      <pc:docMkLst>
        <pc:docMk/>
      </pc:docMkLst>
      <pc:sldChg chg="del">
        <pc:chgData name="Cédric Schaffter" userId="553b4a19-b3bd-4c85-8b03-e3da8d2d0ee5" providerId="ADAL" clId="{6D24D4B8-718C-412F-8EF4-60897C3EA1FA}" dt="2024-03-26T13:23:13.651" v="694" actId="47"/>
        <pc:sldMkLst>
          <pc:docMk/>
          <pc:sldMk cId="720826200" sldId="283"/>
        </pc:sldMkLst>
      </pc:sldChg>
      <pc:sldChg chg="modSp mod">
        <pc:chgData name="Cédric Schaffter" userId="553b4a19-b3bd-4c85-8b03-e3da8d2d0ee5" providerId="ADAL" clId="{6D24D4B8-718C-412F-8EF4-60897C3EA1FA}" dt="2024-04-16T09:17:20.299" v="1782" actId="20577"/>
        <pc:sldMkLst>
          <pc:docMk/>
          <pc:sldMk cId="3654359519" sldId="302"/>
        </pc:sldMkLst>
        <pc:spChg chg="mod">
          <ac:chgData name="Cédric Schaffter" userId="553b4a19-b3bd-4c85-8b03-e3da8d2d0ee5" providerId="ADAL" clId="{6D24D4B8-718C-412F-8EF4-60897C3EA1FA}" dt="2024-03-26T09:16:00.002" v="15" actId="20577"/>
          <ac:spMkLst>
            <pc:docMk/>
            <pc:sldMk cId="3654359519" sldId="302"/>
            <ac:spMk id="2" creationId="{577CA417-48A2-4EC1-BB6A-E88DDE96D870}"/>
          </ac:spMkLst>
        </pc:spChg>
        <pc:spChg chg="mod">
          <ac:chgData name="Cédric Schaffter" userId="553b4a19-b3bd-4c85-8b03-e3da8d2d0ee5" providerId="ADAL" clId="{6D24D4B8-718C-412F-8EF4-60897C3EA1FA}" dt="2024-04-16T09:17:20.299" v="1782" actId="20577"/>
          <ac:spMkLst>
            <pc:docMk/>
            <pc:sldMk cId="3654359519" sldId="302"/>
            <ac:spMk id="3" creationId="{3B9501AA-B74D-4416-BEFC-D9228B665E9E}"/>
          </ac:spMkLst>
        </pc:spChg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4247594643" sldId="30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76560250" sldId="304"/>
        </pc:sldMkLst>
      </pc:sldChg>
      <pc:sldChg chg="modSp mod">
        <pc:chgData name="Cédric Schaffter" userId="553b4a19-b3bd-4c85-8b03-e3da8d2d0ee5" providerId="ADAL" clId="{6D24D4B8-718C-412F-8EF4-60897C3EA1FA}" dt="2024-03-26T10:05:45.852" v="561" actId="20577"/>
        <pc:sldMkLst>
          <pc:docMk/>
          <pc:sldMk cId="2918993193" sldId="306"/>
        </pc:sldMkLst>
        <pc:spChg chg="mod">
          <ac:chgData name="Cédric Schaffter" userId="553b4a19-b3bd-4c85-8b03-e3da8d2d0ee5" providerId="ADAL" clId="{6D24D4B8-718C-412F-8EF4-60897C3EA1FA}" dt="2024-03-26T10:05:45.852" v="561" actId="20577"/>
          <ac:spMkLst>
            <pc:docMk/>
            <pc:sldMk cId="2918993193" sldId="306"/>
            <ac:spMk id="2" creationId="{577CA417-48A2-4EC1-BB6A-E88DDE96D870}"/>
          </ac:spMkLst>
        </pc:spChg>
      </pc:sldChg>
      <pc:sldChg chg="modSp mod">
        <pc:chgData name="Cédric Schaffter" userId="553b4a19-b3bd-4c85-8b03-e3da8d2d0ee5" providerId="ADAL" clId="{6D24D4B8-718C-412F-8EF4-60897C3EA1FA}" dt="2024-04-16T09:16:41.323" v="1774" actId="20577"/>
        <pc:sldMkLst>
          <pc:docMk/>
          <pc:sldMk cId="3779150562" sldId="319"/>
        </pc:sldMkLst>
        <pc:spChg chg="mod">
          <ac:chgData name="Cédric Schaffter" userId="553b4a19-b3bd-4c85-8b03-e3da8d2d0ee5" providerId="ADAL" clId="{6D24D4B8-718C-412F-8EF4-60897C3EA1FA}" dt="2024-04-16T09:16:41.323" v="1774" actId="20577"/>
          <ac:spMkLst>
            <pc:docMk/>
            <pc:sldMk cId="3779150562" sldId="319"/>
            <ac:spMk id="3" creationId="{ECDD8913-80D5-66C0-DE37-D654360A75C4}"/>
          </ac:spMkLst>
        </pc:spChg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964263047" sldId="32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379686148" sldId="32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860397591" sldId="32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750234241" sldId="32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307554601" sldId="32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325866082" sldId="32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927991476" sldId="32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611358375" sldId="32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759881703" sldId="330"/>
        </pc:sldMkLst>
      </pc:sldChg>
      <pc:sldChg chg="del">
        <pc:chgData name="Cédric Schaffter" userId="553b4a19-b3bd-4c85-8b03-e3da8d2d0ee5" providerId="ADAL" clId="{6D24D4B8-718C-412F-8EF4-60897C3EA1FA}" dt="2024-03-26T13:23:15.437" v="695" actId="47"/>
        <pc:sldMkLst>
          <pc:docMk/>
          <pc:sldMk cId="3217194805" sldId="33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959566261" sldId="33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298836893" sldId="33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775753609" sldId="33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28428187" sldId="33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383590322" sldId="336"/>
        </pc:sldMkLst>
      </pc:sldChg>
      <pc:sldChg chg="ord">
        <pc:chgData name="Cédric Schaffter" userId="553b4a19-b3bd-4c85-8b03-e3da8d2d0ee5" providerId="ADAL" clId="{6D24D4B8-718C-412F-8EF4-60897C3EA1FA}" dt="2024-04-16T11:02:08.917" v="2670"/>
        <pc:sldMkLst>
          <pc:docMk/>
          <pc:sldMk cId="67380971" sldId="33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98400298" sldId="33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738162757" sldId="340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839176104" sldId="341"/>
        </pc:sldMkLst>
      </pc:sldChg>
      <pc:sldChg chg="del">
        <pc:chgData name="Cédric Schaffter" userId="553b4a19-b3bd-4c85-8b03-e3da8d2d0ee5" providerId="ADAL" clId="{6D24D4B8-718C-412F-8EF4-60897C3EA1FA}" dt="2024-04-16T09:17:46.324" v="1785" actId="47"/>
        <pc:sldMkLst>
          <pc:docMk/>
          <pc:sldMk cId="2068900412" sldId="34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075131303" sldId="344"/>
        </pc:sldMkLst>
      </pc:sldChg>
      <pc:sldChg chg="addSp delSp modSp mod">
        <pc:chgData name="Cédric Schaffter" userId="553b4a19-b3bd-4c85-8b03-e3da8d2d0ee5" providerId="ADAL" clId="{6D24D4B8-718C-412F-8EF4-60897C3EA1FA}" dt="2024-03-26T13:24:23.043" v="697" actId="478"/>
        <pc:sldMkLst>
          <pc:docMk/>
          <pc:sldMk cId="3064999319" sldId="347"/>
        </pc:sldMkLst>
        <pc:spChg chg="del">
          <ac:chgData name="Cédric Schaffter" userId="553b4a19-b3bd-4c85-8b03-e3da8d2d0ee5" providerId="ADAL" clId="{6D24D4B8-718C-412F-8EF4-60897C3EA1FA}" dt="2024-03-26T13:24:23.043" v="697" actId="478"/>
          <ac:spMkLst>
            <pc:docMk/>
            <pc:sldMk cId="3064999319" sldId="347"/>
            <ac:spMk id="3" creationId="{3B9501AA-B74D-4416-BEFC-D9228B665E9E}"/>
          </ac:spMkLst>
        </pc:spChg>
        <pc:spChg chg="add mod">
          <ac:chgData name="Cédric Schaffter" userId="553b4a19-b3bd-4c85-8b03-e3da8d2d0ee5" providerId="ADAL" clId="{6D24D4B8-718C-412F-8EF4-60897C3EA1FA}" dt="2024-03-26T13:24:23.043" v="697" actId="478"/>
          <ac:spMkLst>
            <pc:docMk/>
            <pc:sldMk cId="3064999319" sldId="347"/>
            <ac:spMk id="6" creationId="{C85D5900-BBD6-42DC-CCB5-147BADB52473}"/>
          </ac:spMkLst>
        </pc:spChg>
      </pc:sldChg>
      <pc:sldChg chg="del">
        <pc:chgData name="Cédric Schaffter" userId="553b4a19-b3bd-4c85-8b03-e3da8d2d0ee5" providerId="ADAL" clId="{6D24D4B8-718C-412F-8EF4-60897C3EA1FA}" dt="2024-03-26T13:24:25.416" v="698" actId="47"/>
        <pc:sldMkLst>
          <pc:docMk/>
          <pc:sldMk cId="3173064900" sldId="34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864663948" sldId="34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581501484" sldId="350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076046755" sldId="35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401254169" sldId="35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591550510" sldId="35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73545595" sldId="35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642218084" sldId="35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8703026" sldId="35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45119287" sldId="35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967560240" sldId="35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59703554" sldId="36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651038118" sldId="36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925606181" sldId="36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47055746" sldId="36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471957615" sldId="36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898843538" sldId="36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205796714" sldId="36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385757162" sldId="368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219980181" sldId="369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826487668" sldId="370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726380919" sldId="371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309488271" sldId="372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963761478" sldId="373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801183091" sldId="374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2693242969" sldId="375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1151909258" sldId="376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849872769" sldId="377"/>
        </pc:sldMkLst>
      </pc:sldChg>
      <pc:sldChg chg="del">
        <pc:chgData name="Cédric Schaffter" userId="553b4a19-b3bd-4c85-8b03-e3da8d2d0ee5" providerId="ADAL" clId="{6D24D4B8-718C-412F-8EF4-60897C3EA1FA}" dt="2024-03-26T13:24:17.191" v="696" actId="47"/>
        <pc:sldMkLst>
          <pc:docMk/>
          <pc:sldMk cId="309623908" sldId="378"/>
        </pc:sldMkLst>
      </pc:sldChg>
      <pc:sldChg chg="modSp add mod modNotesTx">
        <pc:chgData name="Cédric Schaffter" userId="553b4a19-b3bd-4c85-8b03-e3da8d2d0ee5" providerId="ADAL" clId="{6D24D4B8-718C-412F-8EF4-60897C3EA1FA}" dt="2024-04-16T10:44:55.922" v="2667" actId="5793"/>
        <pc:sldMkLst>
          <pc:docMk/>
          <pc:sldMk cId="2755665236" sldId="379"/>
        </pc:sldMkLst>
        <pc:spChg chg="mod">
          <ac:chgData name="Cédric Schaffter" userId="553b4a19-b3bd-4c85-8b03-e3da8d2d0ee5" providerId="ADAL" clId="{6D24D4B8-718C-412F-8EF4-60897C3EA1FA}" dt="2024-04-16T10:44:55.922" v="2667" actId="5793"/>
          <ac:spMkLst>
            <pc:docMk/>
            <pc:sldMk cId="2755665236" sldId="379"/>
            <ac:spMk id="3" creationId="{ECDD8913-80D5-66C0-DE37-D654360A75C4}"/>
          </ac:spMkLst>
        </pc:spChg>
      </pc:sldChg>
      <pc:sldChg chg="modSp del mod">
        <pc:chgData name="Cédric Schaffter" userId="553b4a19-b3bd-4c85-8b03-e3da8d2d0ee5" providerId="ADAL" clId="{6D24D4B8-718C-412F-8EF4-60897C3EA1FA}" dt="2024-03-26T15:37:32.038" v="1307" actId="2696"/>
        <pc:sldMkLst>
          <pc:docMk/>
          <pc:sldMk cId="4278092091" sldId="379"/>
        </pc:sldMkLst>
        <pc:spChg chg="mod">
          <ac:chgData name="Cédric Schaffter" userId="553b4a19-b3bd-4c85-8b03-e3da8d2d0ee5" providerId="ADAL" clId="{6D24D4B8-718C-412F-8EF4-60897C3EA1FA}" dt="2024-03-26T15:33:55.295" v="1209" actId="20577"/>
          <ac:spMkLst>
            <pc:docMk/>
            <pc:sldMk cId="4278092091" sldId="379"/>
            <ac:spMk id="2" creationId="{5930DA6F-8E02-FE92-06B2-FCE42EDDB07D}"/>
          </ac:spMkLst>
        </pc:spChg>
        <pc:spChg chg="mod">
          <ac:chgData name="Cédric Schaffter" userId="553b4a19-b3bd-4c85-8b03-e3da8d2d0ee5" providerId="ADAL" clId="{6D24D4B8-718C-412F-8EF4-60897C3EA1FA}" dt="2024-03-26T15:34:40.276" v="1273" actId="20577"/>
          <ac:spMkLst>
            <pc:docMk/>
            <pc:sldMk cId="4278092091" sldId="379"/>
            <ac:spMk id="3" creationId="{ECDD8913-80D5-66C0-DE37-D654360A75C4}"/>
          </ac:spMkLst>
        </pc:spChg>
      </pc:sldChg>
      <pc:sldChg chg="del">
        <pc:chgData name="Cédric Schaffter" userId="553b4a19-b3bd-4c85-8b03-e3da8d2d0ee5" providerId="ADAL" clId="{6D24D4B8-718C-412F-8EF4-60897C3EA1FA}" dt="2024-04-16T10:45:06.459" v="2668" actId="47"/>
        <pc:sldMkLst>
          <pc:docMk/>
          <pc:sldMk cId="3025779545" sldId="380"/>
        </pc:sldMkLst>
      </pc:sldChg>
      <pc:sldChg chg="modSp mod">
        <pc:chgData name="Cédric Schaffter" userId="553b4a19-b3bd-4c85-8b03-e3da8d2d0ee5" providerId="ADAL" clId="{6D24D4B8-718C-412F-8EF4-60897C3EA1FA}" dt="2024-04-16T11:13:03.186" v="2751" actId="15"/>
        <pc:sldMkLst>
          <pc:docMk/>
          <pc:sldMk cId="2153314333" sldId="382"/>
        </pc:sldMkLst>
        <pc:spChg chg="mod">
          <ac:chgData name="Cédric Schaffter" userId="553b4a19-b3bd-4c85-8b03-e3da8d2d0ee5" providerId="ADAL" clId="{6D24D4B8-718C-412F-8EF4-60897C3EA1FA}" dt="2024-04-16T11:13:03.186" v="2751" actId="15"/>
          <ac:spMkLst>
            <pc:docMk/>
            <pc:sldMk cId="2153314333" sldId="382"/>
            <ac:spMk id="3" creationId="{942E22A4-A7C2-811E-10FB-FA0F6AF6712F}"/>
          </ac:spMkLst>
        </pc:spChg>
      </pc:sldChg>
      <pc:sldChg chg="modSp add mod modNotesTx">
        <pc:chgData name="Cédric Schaffter" userId="553b4a19-b3bd-4c85-8b03-e3da8d2d0ee5" providerId="ADAL" clId="{6D24D4B8-718C-412F-8EF4-60897C3EA1FA}" dt="2024-03-26T15:33:47.722" v="1200" actId="20577"/>
        <pc:sldMkLst>
          <pc:docMk/>
          <pc:sldMk cId="1525042101" sldId="384"/>
        </pc:sldMkLst>
        <pc:spChg chg="mod">
          <ac:chgData name="Cédric Schaffter" userId="553b4a19-b3bd-4c85-8b03-e3da8d2d0ee5" providerId="ADAL" clId="{6D24D4B8-718C-412F-8EF4-60897C3EA1FA}" dt="2024-03-26T09:16:24.974" v="44" actId="20577"/>
          <ac:spMkLst>
            <pc:docMk/>
            <pc:sldMk cId="1525042101" sldId="384"/>
            <ac:spMk id="2" creationId="{5930DA6F-8E02-FE92-06B2-FCE42EDDB07D}"/>
          </ac:spMkLst>
        </pc:spChg>
        <pc:spChg chg="mod">
          <ac:chgData name="Cédric Schaffter" userId="553b4a19-b3bd-4c85-8b03-e3da8d2d0ee5" providerId="ADAL" clId="{6D24D4B8-718C-412F-8EF4-60897C3EA1FA}" dt="2024-03-26T14:41:56.401" v="1047" actId="20577"/>
          <ac:spMkLst>
            <pc:docMk/>
            <pc:sldMk cId="1525042101" sldId="384"/>
            <ac:spMk id="3" creationId="{ECDD8913-80D5-66C0-DE37-D654360A75C4}"/>
          </ac:spMkLst>
        </pc:spChg>
      </pc:sldChg>
      <pc:sldChg chg="addSp delSp modSp add mod">
        <pc:chgData name="Cédric Schaffter" userId="553b4a19-b3bd-4c85-8b03-e3da8d2d0ee5" providerId="ADAL" clId="{6D24D4B8-718C-412F-8EF4-60897C3EA1FA}" dt="2024-03-26T09:56:34.806" v="517" actId="20577"/>
        <pc:sldMkLst>
          <pc:docMk/>
          <pc:sldMk cId="1730031259" sldId="385"/>
        </pc:sldMkLst>
        <pc:spChg chg="mod">
          <ac:chgData name="Cédric Schaffter" userId="553b4a19-b3bd-4c85-8b03-e3da8d2d0ee5" providerId="ADAL" clId="{6D24D4B8-718C-412F-8EF4-60897C3EA1FA}" dt="2024-03-26T09:39:02.768" v="88" actId="20577"/>
          <ac:spMkLst>
            <pc:docMk/>
            <pc:sldMk cId="1730031259" sldId="385"/>
            <ac:spMk id="2" creationId="{5930DA6F-8E02-FE92-06B2-FCE42EDDB07D}"/>
          </ac:spMkLst>
        </pc:spChg>
        <pc:spChg chg="del">
          <ac:chgData name="Cédric Schaffter" userId="553b4a19-b3bd-4c85-8b03-e3da8d2d0ee5" providerId="ADAL" clId="{6D24D4B8-718C-412F-8EF4-60897C3EA1FA}" dt="2024-03-26T09:39:06.381" v="89" actId="478"/>
          <ac:spMkLst>
            <pc:docMk/>
            <pc:sldMk cId="1730031259" sldId="385"/>
            <ac:spMk id="3" creationId="{ECDD8913-80D5-66C0-DE37-D654360A75C4}"/>
          </ac:spMkLst>
        </pc:spChg>
        <pc:spChg chg="add del mod">
          <ac:chgData name="Cédric Schaffter" userId="553b4a19-b3bd-4c85-8b03-e3da8d2d0ee5" providerId="ADAL" clId="{6D24D4B8-718C-412F-8EF4-60897C3EA1FA}" dt="2024-03-26T09:42:13.730" v="90" actId="931"/>
          <ac:spMkLst>
            <pc:docMk/>
            <pc:sldMk cId="1730031259" sldId="385"/>
            <ac:spMk id="8" creationId="{6887DC5E-7059-7741-054F-EE1DCF7CD785}"/>
          </ac:spMkLst>
        </pc:spChg>
        <pc:spChg chg="add mod">
          <ac:chgData name="Cédric Schaffter" userId="553b4a19-b3bd-4c85-8b03-e3da8d2d0ee5" providerId="ADAL" clId="{6D24D4B8-718C-412F-8EF4-60897C3EA1FA}" dt="2024-03-26T09:47:12.174" v="192" actId="1037"/>
          <ac:spMkLst>
            <pc:docMk/>
            <pc:sldMk cId="1730031259" sldId="385"/>
            <ac:spMk id="11" creationId="{A0AB6BDC-1EBF-0E26-1C59-7A4282939769}"/>
          </ac:spMkLst>
        </pc:spChg>
        <pc:spChg chg="add mod">
          <ac:chgData name="Cédric Schaffter" userId="553b4a19-b3bd-4c85-8b03-e3da8d2d0ee5" providerId="ADAL" clId="{6D24D4B8-718C-412F-8EF4-60897C3EA1FA}" dt="2024-03-26T09:43:37.134" v="125" actId="1035"/>
          <ac:spMkLst>
            <pc:docMk/>
            <pc:sldMk cId="1730031259" sldId="385"/>
            <ac:spMk id="14" creationId="{7241E375-18D9-5E61-9D12-28F729232A14}"/>
          </ac:spMkLst>
        </pc:spChg>
        <pc:spChg chg="add mod">
          <ac:chgData name="Cédric Schaffter" userId="553b4a19-b3bd-4c85-8b03-e3da8d2d0ee5" providerId="ADAL" clId="{6D24D4B8-718C-412F-8EF4-60897C3EA1FA}" dt="2024-03-26T09:56:34.806" v="517" actId="20577"/>
          <ac:spMkLst>
            <pc:docMk/>
            <pc:sldMk cId="1730031259" sldId="385"/>
            <ac:spMk id="17" creationId="{831DFF62-590E-C851-6280-B9F6E8FFF9CB}"/>
          </ac:spMkLst>
        </pc:spChg>
        <pc:picChg chg="add mod">
          <ac:chgData name="Cédric Schaffter" userId="553b4a19-b3bd-4c85-8b03-e3da8d2d0ee5" providerId="ADAL" clId="{6D24D4B8-718C-412F-8EF4-60897C3EA1FA}" dt="2024-03-26T09:47:12.174" v="192" actId="1037"/>
          <ac:picMkLst>
            <pc:docMk/>
            <pc:sldMk cId="1730031259" sldId="385"/>
            <ac:picMk id="10" creationId="{2B413ED0-7207-202C-384D-8346A782B0F8}"/>
          </ac:picMkLst>
        </pc:picChg>
        <pc:picChg chg="add mod">
          <ac:chgData name="Cédric Schaffter" userId="553b4a19-b3bd-4c85-8b03-e3da8d2d0ee5" providerId="ADAL" clId="{6D24D4B8-718C-412F-8EF4-60897C3EA1FA}" dt="2024-03-26T09:43:14.333" v="107" actId="1076"/>
          <ac:picMkLst>
            <pc:docMk/>
            <pc:sldMk cId="1730031259" sldId="385"/>
            <ac:picMk id="13" creationId="{2B68DE75-A599-06C0-15C8-448D3F443179}"/>
          </ac:picMkLst>
        </pc:picChg>
        <pc:picChg chg="add del mod">
          <ac:chgData name="Cédric Schaffter" userId="553b4a19-b3bd-4c85-8b03-e3da8d2d0ee5" providerId="ADAL" clId="{6D24D4B8-718C-412F-8EF4-60897C3EA1FA}" dt="2024-03-26T09:49:29.201" v="210" actId="21"/>
          <ac:picMkLst>
            <pc:docMk/>
            <pc:sldMk cId="1730031259" sldId="385"/>
            <ac:picMk id="19" creationId="{02FA75B3-B47C-60AD-1A90-0638E02AD272}"/>
          </ac:picMkLst>
        </pc:picChg>
        <pc:cxnChg chg="add mod">
          <ac:chgData name="Cédric Schaffter" userId="553b4a19-b3bd-4c85-8b03-e3da8d2d0ee5" providerId="ADAL" clId="{6D24D4B8-718C-412F-8EF4-60897C3EA1FA}" dt="2024-03-26T09:47:58.066" v="196" actId="208"/>
          <ac:cxnSpMkLst>
            <pc:docMk/>
            <pc:sldMk cId="1730031259" sldId="385"/>
            <ac:cxnSpMk id="16" creationId="{C8B7AA75-3A8F-5886-211A-95FF3553432D}"/>
          </ac:cxnSpMkLst>
        </pc:cxnChg>
      </pc:sldChg>
      <pc:sldChg chg="modSp add del mod ord">
        <pc:chgData name="Cédric Schaffter" userId="553b4a19-b3bd-4c85-8b03-e3da8d2d0ee5" providerId="ADAL" clId="{6D24D4B8-718C-412F-8EF4-60897C3EA1FA}" dt="2024-04-16T11:13:25.669" v="2756" actId="47"/>
        <pc:sldMkLst>
          <pc:docMk/>
          <pc:sldMk cId="330466885" sldId="386"/>
        </pc:sldMkLst>
        <pc:spChg chg="mod">
          <ac:chgData name="Cédric Schaffter" userId="553b4a19-b3bd-4c85-8b03-e3da8d2d0ee5" providerId="ADAL" clId="{6D24D4B8-718C-412F-8EF4-60897C3EA1FA}" dt="2024-03-26T09:44:18.093" v="159" actId="20577"/>
          <ac:spMkLst>
            <pc:docMk/>
            <pc:sldMk cId="330466885" sldId="386"/>
            <ac:spMk id="2" creationId="{577CA417-48A2-4EC1-BB6A-E88DDE96D870}"/>
          </ac:spMkLst>
        </pc:spChg>
      </pc:sldChg>
      <pc:sldChg chg="add">
        <pc:chgData name="Cédric Schaffter" userId="553b4a19-b3bd-4c85-8b03-e3da8d2d0ee5" providerId="ADAL" clId="{6D24D4B8-718C-412F-8EF4-60897C3EA1FA}" dt="2024-03-26T09:56:42.976" v="519"/>
        <pc:sldMkLst>
          <pc:docMk/>
          <pc:sldMk cId="269870384" sldId="387"/>
        </pc:sldMkLst>
      </pc:sldChg>
      <pc:sldChg chg="add del">
        <pc:chgData name="Cédric Schaffter" userId="553b4a19-b3bd-4c85-8b03-e3da8d2d0ee5" providerId="ADAL" clId="{6D24D4B8-718C-412F-8EF4-60897C3EA1FA}" dt="2024-03-26T09:56:40.083" v="518" actId="2696"/>
        <pc:sldMkLst>
          <pc:docMk/>
          <pc:sldMk cId="4014786671" sldId="387"/>
        </pc:sldMkLst>
      </pc:sldChg>
      <pc:sldChg chg="addSp modSp add mod">
        <pc:chgData name="Cédric Schaffter" userId="553b4a19-b3bd-4c85-8b03-e3da8d2d0ee5" providerId="ADAL" clId="{6D24D4B8-718C-412F-8EF4-60897C3EA1FA}" dt="2024-03-26T09:56:28.928" v="514" actId="20577"/>
        <pc:sldMkLst>
          <pc:docMk/>
          <pc:sldMk cId="1872610843" sldId="388"/>
        </pc:sldMkLst>
        <pc:spChg chg="add mod">
          <ac:chgData name="Cédric Schaffter" userId="553b4a19-b3bd-4c85-8b03-e3da8d2d0ee5" providerId="ADAL" clId="{6D24D4B8-718C-412F-8EF4-60897C3EA1FA}" dt="2024-03-26T09:50:01.301" v="227" actId="1076"/>
          <ac:spMkLst>
            <pc:docMk/>
            <pc:sldMk cId="1872610843" sldId="388"/>
            <ac:spMk id="3" creationId="{32088F62-B977-DF7B-D3CD-454CB0B44758}"/>
          </ac:spMkLst>
        </pc:spChg>
        <pc:spChg chg="mod">
          <ac:chgData name="Cédric Schaffter" userId="553b4a19-b3bd-4c85-8b03-e3da8d2d0ee5" providerId="ADAL" clId="{6D24D4B8-718C-412F-8EF4-60897C3EA1FA}" dt="2024-03-26T09:56:28.928" v="514" actId="20577"/>
          <ac:spMkLst>
            <pc:docMk/>
            <pc:sldMk cId="1872610843" sldId="388"/>
            <ac:spMk id="17" creationId="{831DFF62-590E-C851-6280-B9F6E8FFF9CB}"/>
          </ac:spMkLst>
        </pc:spChg>
        <pc:picChg chg="add mod">
          <ac:chgData name="Cédric Schaffter" userId="553b4a19-b3bd-4c85-8b03-e3da8d2d0ee5" providerId="ADAL" clId="{6D24D4B8-718C-412F-8EF4-60897C3EA1FA}" dt="2024-03-26T09:49:45.095" v="215" actId="1076"/>
          <ac:picMkLst>
            <pc:docMk/>
            <pc:sldMk cId="1872610843" sldId="388"/>
            <ac:picMk id="19" creationId="{02FA75B3-B47C-60AD-1A90-0638E02AD272}"/>
          </ac:picMkLst>
        </pc:picChg>
      </pc:sldChg>
      <pc:sldChg chg="addSp modSp add mod modNotesTx">
        <pc:chgData name="Cédric Schaffter" userId="553b4a19-b3bd-4c85-8b03-e3da8d2d0ee5" providerId="ADAL" clId="{6D24D4B8-718C-412F-8EF4-60897C3EA1FA}" dt="2024-04-16T10:39:15.563" v="2289"/>
        <pc:sldMkLst>
          <pc:docMk/>
          <pc:sldMk cId="2010603482" sldId="389"/>
        </pc:sldMkLst>
        <pc:spChg chg="add mod">
          <ac:chgData name="Cédric Schaffter" userId="553b4a19-b3bd-4c85-8b03-e3da8d2d0ee5" providerId="ADAL" clId="{6D24D4B8-718C-412F-8EF4-60897C3EA1FA}" dt="2024-03-26T09:54:41.910" v="427" actId="20577"/>
          <ac:spMkLst>
            <pc:docMk/>
            <pc:sldMk cId="2010603482" sldId="389"/>
            <ac:spMk id="12" creationId="{273DFA1D-154F-4C80-E242-B98002FA8EBA}"/>
          </ac:spMkLst>
        </pc:spChg>
        <pc:spChg chg="mod">
          <ac:chgData name="Cédric Schaffter" userId="553b4a19-b3bd-4c85-8b03-e3da8d2d0ee5" providerId="ADAL" clId="{6D24D4B8-718C-412F-8EF4-60897C3EA1FA}" dt="2024-03-26T09:54:38.220" v="424" actId="20577"/>
          <ac:spMkLst>
            <pc:docMk/>
            <pc:sldMk cId="2010603482" sldId="389"/>
            <ac:spMk id="17" creationId="{831DFF62-590E-C851-6280-B9F6E8FFF9CB}"/>
          </ac:spMkLst>
        </pc:spChg>
        <pc:cxnChg chg="add mod">
          <ac:chgData name="Cédric Schaffter" userId="553b4a19-b3bd-4c85-8b03-e3da8d2d0ee5" providerId="ADAL" clId="{6D24D4B8-718C-412F-8EF4-60897C3EA1FA}" dt="2024-03-26T09:50:32.985" v="232" actId="14100"/>
          <ac:cxnSpMkLst>
            <pc:docMk/>
            <pc:sldMk cId="2010603482" sldId="389"/>
            <ac:cxnSpMk id="7" creationId="{390E85FE-3B59-C37D-29D2-96030F3337F0}"/>
          </ac:cxnSpMkLst>
        </pc:cxnChg>
        <pc:cxnChg chg="add mod">
          <ac:chgData name="Cédric Schaffter" userId="553b4a19-b3bd-4c85-8b03-e3da8d2d0ee5" providerId="ADAL" clId="{6D24D4B8-718C-412F-8EF4-60897C3EA1FA}" dt="2024-04-16T10:39:15.563" v="2289"/>
          <ac:cxnSpMkLst>
            <pc:docMk/>
            <pc:sldMk cId="2010603482" sldId="389"/>
            <ac:cxnSpMk id="8" creationId="{264D7CF3-3F6B-4478-3FB0-003DF5AE59E5}"/>
          </ac:cxnSpMkLst>
        </pc:cxnChg>
      </pc:sldChg>
      <pc:sldChg chg="addSp delSp modSp add mod modNotesTx">
        <pc:chgData name="Cédric Schaffter" userId="553b4a19-b3bd-4c85-8b03-e3da8d2d0ee5" providerId="ADAL" clId="{6D24D4B8-718C-412F-8EF4-60897C3EA1FA}" dt="2024-04-16T10:43:07.442" v="2595" actId="20577"/>
        <pc:sldMkLst>
          <pc:docMk/>
          <pc:sldMk cId="1422670564" sldId="390"/>
        </pc:sldMkLst>
        <pc:spChg chg="add mod">
          <ac:chgData name="Cédric Schaffter" userId="553b4a19-b3bd-4c85-8b03-e3da8d2d0ee5" providerId="ADAL" clId="{6D24D4B8-718C-412F-8EF4-60897C3EA1FA}" dt="2024-04-16T10:40:24.322" v="2370" actId="20577"/>
          <ac:spMkLst>
            <pc:docMk/>
            <pc:sldMk cId="1422670564" sldId="390"/>
            <ac:spMk id="9" creationId="{F33A0C4F-EBF9-F4C7-D0A2-F21C7FDD2045}"/>
          </ac:spMkLst>
        </pc:spChg>
        <pc:spChg chg="mod">
          <ac:chgData name="Cédric Schaffter" userId="553b4a19-b3bd-4c85-8b03-e3da8d2d0ee5" providerId="ADAL" clId="{6D24D4B8-718C-412F-8EF4-60897C3EA1FA}" dt="2024-03-26T09:54:53.223" v="433" actId="20577"/>
          <ac:spMkLst>
            <pc:docMk/>
            <pc:sldMk cId="1422670564" sldId="390"/>
            <ac:spMk id="12" creationId="{273DFA1D-154F-4C80-E242-B98002FA8EBA}"/>
          </ac:spMkLst>
        </pc:spChg>
        <pc:spChg chg="mod">
          <ac:chgData name="Cédric Schaffter" userId="553b4a19-b3bd-4c85-8b03-e3da8d2d0ee5" providerId="ADAL" clId="{6D24D4B8-718C-412F-8EF4-60897C3EA1FA}" dt="2024-03-26T09:54:48.397" v="430" actId="20577"/>
          <ac:spMkLst>
            <pc:docMk/>
            <pc:sldMk cId="1422670564" sldId="390"/>
            <ac:spMk id="17" creationId="{831DFF62-590E-C851-6280-B9F6E8FFF9CB}"/>
          </ac:spMkLst>
        </pc:spChg>
        <pc:cxnChg chg="add del mod">
          <ac:chgData name="Cédric Schaffter" userId="553b4a19-b3bd-4c85-8b03-e3da8d2d0ee5" providerId="ADAL" clId="{6D24D4B8-718C-412F-8EF4-60897C3EA1FA}" dt="2024-04-16T10:39:33.642" v="2291" actId="478"/>
          <ac:cxnSpMkLst>
            <pc:docMk/>
            <pc:sldMk cId="1422670564" sldId="390"/>
            <ac:cxnSpMk id="8" creationId="{77940510-1C47-C323-8425-4D0653A2A7EB}"/>
          </ac:cxnSpMkLst>
        </pc:cxnChg>
      </pc:sldChg>
      <pc:sldChg chg="addSp modSp add del mod">
        <pc:chgData name="Cédric Schaffter" userId="553b4a19-b3bd-4c85-8b03-e3da8d2d0ee5" providerId="ADAL" clId="{6D24D4B8-718C-412F-8EF4-60897C3EA1FA}" dt="2024-04-16T10:40:40.418" v="2371" actId="47"/>
        <pc:sldMkLst>
          <pc:docMk/>
          <pc:sldMk cId="3279792584" sldId="391"/>
        </pc:sldMkLst>
        <pc:spChg chg="add mod">
          <ac:chgData name="Cédric Schaffter" userId="553b4a19-b3bd-4c85-8b03-e3da8d2d0ee5" providerId="ADAL" clId="{6D24D4B8-718C-412F-8EF4-60897C3EA1FA}" dt="2024-03-26T09:55:21.854" v="473" actId="20577"/>
          <ac:spMkLst>
            <pc:docMk/>
            <pc:sldMk cId="3279792584" sldId="391"/>
            <ac:spMk id="9" creationId="{FEE1D0B3-4C39-D52B-EAAF-6EA67F710C9D}"/>
          </ac:spMkLst>
        </pc:spChg>
      </pc:sldChg>
      <pc:sldChg chg="addSp modSp add del mod modNotesTx">
        <pc:chgData name="Cédric Schaffter" userId="553b4a19-b3bd-4c85-8b03-e3da8d2d0ee5" providerId="ADAL" clId="{6D24D4B8-718C-412F-8EF4-60897C3EA1FA}" dt="2024-04-16T10:40:43.046" v="2372" actId="47"/>
        <pc:sldMkLst>
          <pc:docMk/>
          <pc:sldMk cId="3920962556" sldId="392"/>
        </pc:sldMkLst>
        <pc:spChg chg="add mod">
          <ac:chgData name="Cédric Schaffter" userId="553b4a19-b3bd-4c85-8b03-e3da8d2d0ee5" providerId="ADAL" clId="{6D24D4B8-718C-412F-8EF4-60897C3EA1FA}" dt="2024-03-26T09:56:04.499" v="511" actId="20577"/>
          <ac:spMkLst>
            <pc:docMk/>
            <pc:sldMk cId="3920962556" sldId="392"/>
            <ac:spMk id="21" creationId="{02C95303-F3E0-7401-912A-0797EE5C401C}"/>
          </ac:spMkLst>
        </pc:spChg>
        <pc:cxnChg chg="add mod">
          <ac:chgData name="Cédric Schaffter" userId="553b4a19-b3bd-4c85-8b03-e3da8d2d0ee5" providerId="ADAL" clId="{6D24D4B8-718C-412F-8EF4-60897C3EA1FA}" dt="2024-03-26T09:55:43.691" v="479" actId="14100"/>
          <ac:cxnSpMkLst>
            <pc:docMk/>
            <pc:sldMk cId="3920962556" sldId="392"/>
            <ac:cxnSpMk id="15" creationId="{0A010B6F-CD25-371D-F06F-499741F54858}"/>
          </ac:cxnSpMkLst>
        </pc:cxnChg>
      </pc:sldChg>
      <pc:sldChg chg="addSp delSp modSp add mod modNotesTx">
        <pc:chgData name="Cédric Schaffter" userId="553b4a19-b3bd-4c85-8b03-e3da8d2d0ee5" providerId="ADAL" clId="{6D24D4B8-718C-412F-8EF4-60897C3EA1FA}" dt="2024-04-16T11:10:27.083" v="2738" actId="207"/>
        <pc:sldMkLst>
          <pc:docMk/>
          <pc:sldMk cId="98975589" sldId="393"/>
        </pc:sldMkLst>
        <pc:spChg chg="mod">
          <ac:chgData name="Cédric Schaffter" userId="553b4a19-b3bd-4c85-8b03-e3da8d2d0ee5" providerId="ADAL" clId="{6D24D4B8-718C-412F-8EF4-60897C3EA1FA}" dt="2024-03-26T09:58:01.468" v="521" actId="207"/>
          <ac:spMkLst>
            <pc:docMk/>
            <pc:sldMk cId="98975589" sldId="393"/>
            <ac:spMk id="3" creationId="{32088F62-B977-DF7B-D3CD-454CB0B44758}"/>
          </ac:spMkLst>
        </pc:spChg>
        <pc:spChg chg="mod">
          <ac:chgData name="Cédric Schaffter" userId="553b4a19-b3bd-4c85-8b03-e3da8d2d0ee5" providerId="ADAL" clId="{6D24D4B8-718C-412F-8EF4-60897C3EA1FA}" dt="2024-03-26T09:58:01.468" v="521" actId="207"/>
          <ac:spMkLst>
            <pc:docMk/>
            <pc:sldMk cId="98975589" sldId="393"/>
            <ac:spMk id="9" creationId="{FEE1D0B3-4C39-D52B-EAAF-6EA67F710C9D}"/>
          </ac:spMkLst>
        </pc:spChg>
        <pc:spChg chg="mod">
          <ac:chgData name="Cédric Schaffter" userId="553b4a19-b3bd-4c85-8b03-e3da8d2d0ee5" providerId="ADAL" clId="{6D24D4B8-718C-412F-8EF4-60897C3EA1FA}" dt="2024-03-26T09:58:01.468" v="521" actId="207"/>
          <ac:spMkLst>
            <pc:docMk/>
            <pc:sldMk cId="98975589" sldId="393"/>
            <ac:spMk id="11" creationId="{A0AB6BDC-1EBF-0E26-1C59-7A4282939769}"/>
          </ac:spMkLst>
        </pc:spChg>
        <pc:spChg chg="mod">
          <ac:chgData name="Cédric Schaffter" userId="553b4a19-b3bd-4c85-8b03-e3da8d2d0ee5" providerId="ADAL" clId="{6D24D4B8-718C-412F-8EF4-60897C3EA1FA}" dt="2024-03-26T09:58:01.468" v="521" actId="207"/>
          <ac:spMkLst>
            <pc:docMk/>
            <pc:sldMk cId="98975589" sldId="393"/>
            <ac:spMk id="12" creationId="{273DFA1D-154F-4C80-E242-B98002FA8EBA}"/>
          </ac:spMkLst>
        </pc:spChg>
        <pc:spChg chg="mod">
          <ac:chgData name="Cédric Schaffter" userId="553b4a19-b3bd-4c85-8b03-e3da8d2d0ee5" providerId="ADAL" clId="{6D24D4B8-718C-412F-8EF4-60897C3EA1FA}" dt="2024-03-26T09:58:01.468" v="521" actId="207"/>
          <ac:spMkLst>
            <pc:docMk/>
            <pc:sldMk cId="98975589" sldId="393"/>
            <ac:spMk id="17" creationId="{831DFF62-590E-C851-6280-B9F6E8FFF9CB}"/>
          </ac:spMkLst>
        </pc:spChg>
        <pc:spChg chg="mod">
          <ac:chgData name="Cédric Schaffter" userId="553b4a19-b3bd-4c85-8b03-e3da8d2d0ee5" providerId="ADAL" clId="{6D24D4B8-718C-412F-8EF4-60897C3EA1FA}" dt="2024-04-16T11:10:27.083" v="2738" actId="207"/>
          <ac:spMkLst>
            <pc:docMk/>
            <pc:sldMk cId="98975589" sldId="393"/>
            <ac:spMk id="21" creationId="{02C95303-F3E0-7401-912A-0797EE5C401C}"/>
          </ac:spMkLst>
        </pc:spChg>
        <pc:picChg chg="add del mod">
          <ac:chgData name="Cédric Schaffter" userId="553b4a19-b3bd-4c85-8b03-e3da8d2d0ee5" providerId="ADAL" clId="{6D24D4B8-718C-412F-8EF4-60897C3EA1FA}" dt="2024-04-16T11:10:02.733" v="2731" actId="478"/>
          <ac:picMkLst>
            <pc:docMk/>
            <pc:sldMk cId="98975589" sldId="393"/>
            <ac:picMk id="18" creationId="{72F10A2D-E46F-F04A-DEB4-E8A46298C6BF}"/>
          </ac:picMkLst>
        </pc:picChg>
        <pc:picChg chg="add mod">
          <ac:chgData name="Cédric Schaffter" userId="553b4a19-b3bd-4c85-8b03-e3da8d2d0ee5" providerId="ADAL" clId="{6D24D4B8-718C-412F-8EF4-60897C3EA1FA}" dt="2024-03-26T09:59:09.360" v="526" actId="207"/>
          <ac:picMkLst>
            <pc:docMk/>
            <pc:sldMk cId="98975589" sldId="393"/>
            <ac:picMk id="20" creationId="{7C97B21D-69A2-05DC-75CF-845E25BBB2C6}"/>
          </ac:picMkLst>
        </pc:picChg>
      </pc:sldChg>
      <pc:sldChg chg="add del">
        <pc:chgData name="Cédric Schaffter" userId="553b4a19-b3bd-4c85-8b03-e3da8d2d0ee5" providerId="ADAL" clId="{6D24D4B8-718C-412F-8EF4-60897C3EA1FA}" dt="2024-04-16T10:34:50.178" v="2186" actId="47"/>
        <pc:sldMkLst>
          <pc:docMk/>
          <pc:sldMk cId="100121470" sldId="394"/>
        </pc:sldMkLst>
      </pc:sldChg>
      <pc:sldChg chg="delSp modSp add mod">
        <pc:chgData name="Cédric Schaffter" userId="553b4a19-b3bd-4c85-8b03-e3da8d2d0ee5" providerId="ADAL" clId="{6D24D4B8-718C-412F-8EF4-60897C3EA1FA}" dt="2024-03-26T15:33:34.031" v="1199" actId="1076"/>
        <pc:sldMkLst>
          <pc:docMk/>
          <pc:sldMk cId="77290855" sldId="395"/>
        </pc:sldMkLst>
        <pc:spChg chg="mod">
          <ac:chgData name="Cédric Schaffter" userId="553b4a19-b3bd-4c85-8b03-e3da8d2d0ee5" providerId="ADAL" clId="{6D24D4B8-718C-412F-8EF4-60897C3EA1FA}" dt="2024-03-26T15:33:34.031" v="1199" actId="1076"/>
          <ac:spMkLst>
            <pc:docMk/>
            <pc:sldMk cId="77290855" sldId="395"/>
            <ac:spMk id="3" creationId="{32088F62-B977-DF7B-D3CD-454CB0B44758}"/>
          </ac:spMkLst>
        </pc:spChg>
        <pc:spChg chg="del">
          <ac:chgData name="Cédric Schaffter" userId="553b4a19-b3bd-4c85-8b03-e3da8d2d0ee5" providerId="ADAL" clId="{6D24D4B8-718C-412F-8EF4-60897C3EA1FA}" dt="2024-03-26T09:59:52.784" v="530" actId="478"/>
          <ac:spMkLst>
            <pc:docMk/>
            <pc:sldMk cId="77290855" sldId="395"/>
            <ac:spMk id="9" creationId="{FEE1D0B3-4C39-D52B-EAAF-6EA67F710C9D}"/>
          </ac:spMkLst>
        </pc:spChg>
        <pc:spChg chg="mod">
          <ac:chgData name="Cédric Schaffter" userId="553b4a19-b3bd-4c85-8b03-e3da8d2d0ee5" providerId="ADAL" clId="{6D24D4B8-718C-412F-8EF4-60897C3EA1FA}" dt="2024-03-26T10:00:02.694" v="532" actId="207"/>
          <ac:spMkLst>
            <pc:docMk/>
            <pc:sldMk cId="77290855" sldId="395"/>
            <ac:spMk id="11" creationId="{A0AB6BDC-1EBF-0E26-1C59-7A4282939769}"/>
          </ac:spMkLst>
        </pc:spChg>
        <pc:spChg chg="del mod">
          <ac:chgData name="Cédric Schaffter" userId="553b4a19-b3bd-4c85-8b03-e3da8d2d0ee5" providerId="ADAL" clId="{6D24D4B8-718C-412F-8EF4-60897C3EA1FA}" dt="2024-03-26T15:32:33.379" v="1114" actId="478"/>
          <ac:spMkLst>
            <pc:docMk/>
            <pc:sldMk cId="77290855" sldId="395"/>
            <ac:spMk id="12" creationId="{273DFA1D-154F-4C80-E242-B98002FA8EBA}"/>
          </ac:spMkLst>
        </pc:spChg>
        <pc:spChg chg="mod">
          <ac:chgData name="Cédric Schaffter" userId="553b4a19-b3bd-4c85-8b03-e3da8d2d0ee5" providerId="ADAL" clId="{6D24D4B8-718C-412F-8EF4-60897C3EA1FA}" dt="2024-03-26T15:33:03.356" v="1157" actId="1076"/>
          <ac:spMkLst>
            <pc:docMk/>
            <pc:sldMk cId="77290855" sldId="395"/>
            <ac:spMk id="17" creationId="{831DFF62-590E-C851-6280-B9F6E8FFF9CB}"/>
          </ac:spMkLst>
        </pc:spChg>
        <pc:spChg chg="mod">
          <ac:chgData name="Cédric Schaffter" userId="553b4a19-b3bd-4c85-8b03-e3da8d2d0ee5" providerId="ADAL" clId="{6D24D4B8-718C-412F-8EF4-60897C3EA1FA}" dt="2024-03-26T15:33:14.915" v="1170" actId="20577"/>
          <ac:spMkLst>
            <pc:docMk/>
            <pc:sldMk cId="77290855" sldId="395"/>
            <ac:spMk id="21" creationId="{02C95303-F3E0-7401-912A-0797EE5C401C}"/>
          </ac:spMkLst>
        </pc:spChg>
        <pc:picChg chg="del">
          <ac:chgData name="Cédric Schaffter" userId="553b4a19-b3bd-4c85-8b03-e3da8d2d0ee5" providerId="ADAL" clId="{6D24D4B8-718C-412F-8EF4-60897C3EA1FA}" dt="2024-03-26T15:32:30.262" v="1113" actId="478"/>
          <ac:picMkLst>
            <pc:docMk/>
            <pc:sldMk cId="77290855" sldId="395"/>
            <ac:picMk id="19" creationId="{02FA75B3-B47C-60AD-1A90-0638E02AD272}"/>
          </ac:picMkLst>
        </pc:picChg>
        <pc:picChg chg="del">
          <ac:chgData name="Cédric Schaffter" userId="553b4a19-b3bd-4c85-8b03-e3da8d2d0ee5" providerId="ADAL" clId="{6D24D4B8-718C-412F-8EF4-60897C3EA1FA}" dt="2024-03-26T09:59:47.409" v="528" actId="478"/>
          <ac:picMkLst>
            <pc:docMk/>
            <pc:sldMk cId="77290855" sldId="395"/>
            <ac:picMk id="20" creationId="{7C97B21D-69A2-05DC-75CF-845E25BBB2C6}"/>
          </ac:picMkLst>
        </pc:picChg>
        <pc:cxnChg chg="del">
          <ac:chgData name="Cédric Schaffter" userId="553b4a19-b3bd-4c85-8b03-e3da8d2d0ee5" providerId="ADAL" clId="{6D24D4B8-718C-412F-8EF4-60897C3EA1FA}" dt="2024-03-26T15:32:58.813" v="1156" actId="478"/>
          <ac:cxnSpMkLst>
            <pc:docMk/>
            <pc:sldMk cId="77290855" sldId="395"/>
            <ac:cxnSpMk id="7" creationId="{390E85FE-3B59-C37D-29D2-96030F3337F0}"/>
          </ac:cxnSpMkLst>
        </pc:cxnChg>
        <pc:cxnChg chg="del">
          <ac:chgData name="Cédric Schaffter" userId="553b4a19-b3bd-4c85-8b03-e3da8d2d0ee5" providerId="ADAL" clId="{6D24D4B8-718C-412F-8EF4-60897C3EA1FA}" dt="2024-03-26T09:59:49.204" v="529" actId="478"/>
          <ac:cxnSpMkLst>
            <pc:docMk/>
            <pc:sldMk cId="77290855" sldId="395"/>
            <ac:cxnSpMk id="8" creationId="{77940510-1C47-C323-8425-4D0653A2A7EB}"/>
          </ac:cxnSpMkLst>
        </pc:cxnChg>
      </pc:sldChg>
      <pc:sldChg chg="modSp add mod">
        <pc:chgData name="Cédric Schaffter" userId="553b4a19-b3bd-4c85-8b03-e3da8d2d0ee5" providerId="ADAL" clId="{6D24D4B8-718C-412F-8EF4-60897C3EA1FA}" dt="2024-03-26T10:06:15.189" v="569" actId="20577"/>
        <pc:sldMkLst>
          <pc:docMk/>
          <pc:sldMk cId="2335978113" sldId="396"/>
        </pc:sldMkLst>
        <pc:spChg chg="mod">
          <ac:chgData name="Cédric Schaffter" userId="553b4a19-b3bd-4c85-8b03-e3da8d2d0ee5" providerId="ADAL" clId="{6D24D4B8-718C-412F-8EF4-60897C3EA1FA}" dt="2024-03-26T10:06:15.189" v="569" actId="20577"/>
          <ac:spMkLst>
            <pc:docMk/>
            <pc:sldMk cId="2335978113" sldId="396"/>
            <ac:spMk id="2" creationId="{577CA417-48A2-4EC1-BB6A-E88DDE96D870}"/>
          </ac:spMkLst>
        </pc:spChg>
      </pc:sldChg>
      <pc:sldChg chg="modSp add mod modNotesTx">
        <pc:chgData name="Cédric Schaffter" userId="553b4a19-b3bd-4c85-8b03-e3da8d2d0ee5" providerId="ADAL" clId="{6D24D4B8-718C-412F-8EF4-60897C3EA1FA}" dt="2024-04-16T09:20:17.214" v="2069" actId="20577"/>
        <pc:sldMkLst>
          <pc:docMk/>
          <pc:sldMk cId="3885600170" sldId="397"/>
        </pc:sldMkLst>
        <pc:spChg chg="mod">
          <ac:chgData name="Cédric Schaffter" userId="553b4a19-b3bd-4c85-8b03-e3da8d2d0ee5" providerId="ADAL" clId="{6D24D4B8-718C-412F-8EF4-60897C3EA1FA}" dt="2024-03-26T10:06:45.773" v="602" actId="27636"/>
          <ac:spMkLst>
            <pc:docMk/>
            <pc:sldMk cId="3885600170" sldId="397"/>
            <ac:spMk id="2" creationId="{5930DA6F-8E02-FE92-06B2-FCE42EDDB07D}"/>
          </ac:spMkLst>
        </pc:spChg>
        <pc:spChg chg="mod">
          <ac:chgData name="Cédric Schaffter" userId="553b4a19-b3bd-4c85-8b03-e3da8d2d0ee5" providerId="ADAL" clId="{6D24D4B8-718C-412F-8EF4-60897C3EA1FA}" dt="2024-04-16T09:18:51.146" v="1847" actId="113"/>
          <ac:spMkLst>
            <pc:docMk/>
            <pc:sldMk cId="3885600170" sldId="397"/>
            <ac:spMk id="3" creationId="{ECDD8913-80D5-66C0-DE37-D654360A75C4}"/>
          </ac:spMkLst>
        </pc:spChg>
      </pc:sldChg>
      <pc:sldChg chg="modSp add mod">
        <pc:chgData name="Cédric Schaffter" userId="553b4a19-b3bd-4c85-8b03-e3da8d2d0ee5" providerId="ADAL" clId="{6D24D4B8-718C-412F-8EF4-60897C3EA1FA}" dt="2024-03-26T13:25:24.525" v="748" actId="20577"/>
        <pc:sldMkLst>
          <pc:docMk/>
          <pc:sldMk cId="2495359110" sldId="398"/>
        </pc:sldMkLst>
        <pc:spChg chg="mod">
          <ac:chgData name="Cédric Schaffter" userId="553b4a19-b3bd-4c85-8b03-e3da8d2d0ee5" providerId="ADAL" clId="{6D24D4B8-718C-412F-8EF4-60897C3EA1FA}" dt="2024-03-26T13:25:24.525" v="748" actId="20577"/>
          <ac:spMkLst>
            <pc:docMk/>
            <pc:sldMk cId="2495359110" sldId="398"/>
            <ac:spMk id="2" creationId="{577CA417-48A2-4EC1-BB6A-E88DDE96D870}"/>
          </ac:spMkLst>
        </pc:spChg>
      </pc:sldChg>
      <pc:sldChg chg="modSp add mod">
        <pc:chgData name="Cédric Schaffter" userId="553b4a19-b3bd-4c85-8b03-e3da8d2d0ee5" providerId="ADAL" clId="{6D24D4B8-718C-412F-8EF4-60897C3EA1FA}" dt="2024-03-26T15:14:28.400" v="1112" actId="20577"/>
        <pc:sldMkLst>
          <pc:docMk/>
          <pc:sldMk cId="3062968195" sldId="399"/>
        </pc:sldMkLst>
        <pc:spChg chg="mod">
          <ac:chgData name="Cédric Schaffter" userId="553b4a19-b3bd-4c85-8b03-e3da8d2d0ee5" providerId="ADAL" clId="{6D24D4B8-718C-412F-8EF4-60897C3EA1FA}" dt="2024-03-26T14:42:37.715" v="1068" actId="20577"/>
          <ac:spMkLst>
            <pc:docMk/>
            <pc:sldMk cId="3062968195" sldId="399"/>
            <ac:spMk id="2" creationId="{6E891AC1-7757-84E9-A4B6-A3DAC9873AC8}"/>
          </ac:spMkLst>
        </pc:spChg>
        <pc:spChg chg="mod">
          <ac:chgData name="Cédric Schaffter" userId="553b4a19-b3bd-4c85-8b03-e3da8d2d0ee5" providerId="ADAL" clId="{6D24D4B8-718C-412F-8EF4-60897C3EA1FA}" dt="2024-03-26T15:14:28.400" v="1112" actId="20577"/>
          <ac:spMkLst>
            <pc:docMk/>
            <pc:sldMk cId="3062968195" sldId="399"/>
            <ac:spMk id="3" creationId="{942E22A4-A7C2-811E-10FB-FA0F6AF6712F}"/>
          </ac:spMkLst>
        </pc:spChg>
      </pc:sldChg>
      <pc:sldChg chg="modSp add del mod">
        <pc:chgData name="Cédric Schaffter" userId="553b4a19-b3bd-4c85-8b03-e3da8d2d0ee5" providerId="ADAL" clId="{6D24D4B8-718C-412F-8EF4-60897C3EA1FA}" dt="2024-04-16T09:17:33.312" v="1783" actId="47"/>
        <pc:sldMkLst>
          <pc:docMk/>
          <pc:sldMk cId="2319657944" sldId="400"/>
        </pc:sldMkLst>
        <pc:spChg chg="mod">
          <ac:chgData name="Cédric Schaffter" userId="553b4a19-b3bd-4c85-8b03-e3da8d2d0ee5" providerId="ADAL" clId="{6D24D4B8-718C-412F-8EF4-60897C3EA1FA}" dt="2024-03-26T14:26:06.538" v="774" actId="20577"/>
          <ac:spMkLst>
            <pc:docMk/>
            <pc:sldMk cId="2319657944" sldId="400"/>
            <ac:spMk id="2" creationId="{577CA417-48A2-4EC1-BB6A-E88DDE96D870}"/>
          </ac:spMkLst>
        </pc:spChg>
      </pc:sldChg>
      <pc:sldChg chg="addSp modSp add del mod modNotesTx">
        <pc:chgData name="Cédric Schaffter" userId="553b4a19-b3bd-4c85-8b03-e3da8d2d0ee5" providerId="ADAL" clId="{6D24D4B8-718C-412F-8EF4-60897C3EA1FA}" dt="2024-04-16T09:17:41.473" v="1784" actId="47"/>
        <pc:sldMkLst>
          <pc:docMk/>
          <pc:sldMk cId="2385961528" sldId="401"/>
        </pc:sldMkLst>
        <pc:spChg chg="mod">
          <ac:chgData name="Cédric Schaffter" userId="553b4a19-b3bd-4c85-8b03-e3da8d2d0ee5" providerId="ADAL" clId="{6D24D4B8-718C-412F-8EF4-60897C3EA1FA}" dt="2024-03-26T14:26:19.559" v="788" actId="20577"/>
          <ac:spMkLst>
            <pc:docMk/>
            <pc:sldMk cId="2385961528" sldId="401"/>
            <ac:spMk id="2" creationId="{5930DA6F-8E02-FE92-06B2-FCE42EDDB07D}"/>
          </ac:spMkLst>
        </pc:spChg>
        <pc:spChg chg="mod">
          <ac:chgData name="Cédric Schaffter" userId="553b4a19-b3bd-4c85-8b03-e3da8d2d0ee5" providerId="ADAL" clId="{6D24D4B8-718C-412F-8EF4-60897C3EA1FA}" dt="2024-03-26T14:31:43.671" v="976" actId="20577"/>
          <ac:spMkLst>
            <pc:docMk/>
            <pc:sldMk cId="2385961528" sldId="401"/>
            <ac:spMk id="3" creationId="{ECDD8913-80D5-66C0-DE37-D654360A75C4}"/>
          </ac:spMkLst>
        </pc:spChg>
        <pc:spChg chg="add">
          <ac:chgData name="Cédric Schaffter" userId="553b4a19-b3bd-4c85-8b03-e3da8d2d0ee5" providerId="ADAL" clId="{6D24D4B8-718C-412F-8EF4-60897C3EA1FA}" dt="2024-03-26T14:27:14.242" v="855"/>
          <ac:spMkLst>
            <pc:docMk/>
            <pc:sldMk cId="2385961528" sldId="401"/>
            <ac:spMk id="7" creationId="{5B6B813C-C867-7FA0-422A-B44FE42FA212}"/>
          </ac:spMkLst>
        </pc:spChg>
      </pc:sldChg>
      <pc:sldChg chg="add">
        <pc:chgData name="Cédric Schaffter" userId="553b4a19-b3bd-4c85-8b03-e3da8d2d0ee5" providerId="ADAL" clId="{6D24D4B8-718C-412F-8EF4-60897C3EA1FA}" dt="2024-03-26T14:42:28.083" v="1048" actId="2890"/>
        <pc:sldMkLst>
          <pc:docMk/>
          <pc:sldMk cId="30676770" sldId="402"/>
        </pc:sldMkLst>
      </pc:sldChg>
      <pc:sldChg chg="add del">
        <pc:chgData name="Cédric Schaffter" userId="553b4a19-b3bd-4c85-8b03-e3da8d2d0ee5" providerId="ADAL" clId="{6D24D4B8-718C-412F-8EF4-60897C3EA1FA}" dt="2024-03-26T14:45:33.957" v="1072"/>
        <pc:sldMkLst>
          <pc:docMk/>
          <pc:sldMk cId="229424866" sldId="403"/>
        </pc:sldMkLst>
      </pc:sldChg>
      <pc:sldChg chg="modSp add mod">
        <pc:chgData name="Cédric Schaffter" userId="553b4a19-b3bd-4c85-8b03-e3da8d2d0ee5" providerId="ADAL" clId="{6D24D4B8-718C-412F-8EF4-60897C3EA1FA}" dt="2024-04-16T11:11:38.297" v="2746" actId="20577"/>
        <pc:sldMkLst>
          <pc:docMk/>
          <pc:sldMk cId="483106605" sldId="403"/>
        </pc:sldMkLst>
        <pc:spChg chg="mod">
          <ac:chgData name="Cédric Schaffter" userId="553b4a19-b3bd-4c85-8b03-e3da8d2d0ee5" providerId="ADAL" clId="{6D24D4B8-718C-412F-8EF4-60897C3EA1FA}" dt="2024-04-16T11:11:38.297" v="2746" actId="20577"/>
          <ac:spMkLst>
            <pc:docMk/>
            <pc:sldMk cId="483106605" sldId="403"/>
            <ac:spMk id="2" creationId="{577CA417-48A2-4EC1-BB6A-E88DDE96D870}"/>
          </ac:spMkLst>
        </pc:spChg>
      </pc:sldChg>
      <pc:sldChg chg="modSp add del mod">
        <pc:chgData name="Cédric Schaffter" userId="553b4a19-b3bd-4c85-8b03-e3da8d2d0ee5" providerId="ADAL" clId="{6D24D4B8-718C-412F-8EF4-60897C3EA1FA}" dt="2024-03-26T15:37:08.850" v="1305" actId="2696"/>
        <pc:sldMkLst>
          <pc:docMk/>
          <pc:sldMk cId="3777192608" sldId="403"/>
        </pc:sldMkLst>
        <pc:spChg chg="mod">
          <ac:chgData name="Cédric Schaffter" userId="553b4a19-b3bd-4c85-8b03-e3da8d2d0ee5" providerId="ADAL" clId="{6D24D4B8-718C-412F-8EF4-60897C3EA1FA}" dt="2024-03-26T15:37:00.248" v="1303" actId="20577"/>
          <ac:spMkLst>
            <pc:docMk/>
            <pc:sldMk cId="3777192608" sldId="403"/>
            <ac:spMk id="2" creationId="{577CA417-48A2-4EC1-BB6A-E88DDE96D870}"/>
          </ac:spMkLst>
        </pc:spChg>
        <pc:spChg chg="mod">
          <ac:chgData name="Cédric Schaffter" userId="553b4a19-b3bd-4c85-8b03-e3da8d2d0ee5" providerId="ADAL" clId="{6D24D4B8-718C-412F-8EF4-60897C3EA1FA}" dt="2024-03-26T15:37:02.099" v="1304"/>
          <ac:spMkLst>
            <pc:docMk/>
            <pc:sldMk cId="3777192608" sldId="403"/>
            <ac:spMk id="6" creationId="{1D445263-FEBF-14B5-1980-D96F3C15DCCB}"/>
          </ac:spMkLst>
        </pc:spChg>
      </pc:sldChg>
      <pc:sldChg chg="modSp add mod modShow">
        <pc:chgData name="Cédric Schaffter" userId="553b4a19-b3bd-4c85-8b03-e3da8d2d0ee5" providerId="ADAL" clId="{6D24D4B8-718C-412F-8EF4-60897C3EA1FA}" dt="2024-04-16T11:04:06.974" v="2671" actId="729"/>
        <pc:sldMkLst>
          <pc:docMk/>
          <pc:sldMk cId="2081922535" sldId="404"/>
        </pc:sldMkLst>
        <pc:spChg chg="mod">
          <ac:chgData name="Cédric Schaffter" userId="553b4a19-b3bd-4c85-8b03-e3da8d2d0ee5" providerId="ADAL" clId="{6D24D4B8-718C-412F-8EF4-60897C3EA1FA}" dt="2024-04-16T07:16:31.339" v="1435" actId="20577"/>
          <ac:spMkLst>
            <pc:docMk/>
            <pc:sldMk cId="2081922535" sldId="404"/>
            <ac:spMk id="2" creationId="{577CA417-48A2-4EC1-BB6A-E88DDE96D870}"/>
          </ac:spMkLst>
        </pc:spChg>
      </pc:sldChg>
      <pc:sldChg chg="modSp add mod modShow modNotesTx">
        <pc:chgData name="Cédric Schaffter" userId="553b4a19-b3bd-4c85-8b03-e3da8d2d0ee5" providerId="ADAL" clId="{6D24D4B8-718C-412F-8EF4-60897C3EA1FA}" dt="2024-04-16T11:04:06.974" v="2671" actId="729"/>
        <pc:sldMkLst>
          <pc:docMk/>
          <pc:sldMk cId="2578400493" sldId="405"/>
        </pc:sldMkLst>
        <pc:spChg chg="mod">
          <ac:chgData name="Cédric Schaffter" userId="553b4a19-b3bd-4c85-8b03-e3da8d2d0ee5" providerId="ADAL" clId="{6D24D4B8-718C-412F-8EF4-60897C3EA1FA}" dt="2024-04-16T07:21:50.828" v="1456" actId="20577"/>
          <ac:spMkLst>
            <pc:docMk/>
            <pc:sldMk cId="2578400493" sldId="405"/>
            <ac:spMk id="2" creationId="{5930DA6F-8E02-FE92-06B2-FCE42EDDB07D}"/>
          </ac:spMkLst>
        </pc:spChg>
        <pc:spChg chg="mod">
          <ac:chgData name="Cédric Schaffter" userId="553b4a19-b3bd-4c85-8b03-e3da8d2d0ee5" providerId="ADAL" clId="{6D24D4B8-718C-412F-8EF4-60897C3EA1FA}" dt="2024-04-16T07:26:25.351" v="1521" actId="20577"/>
          <ac:spMkLst>
            <pc:docMk/>
            <pc:sldMk cId="2578400493" sldId="405"/>
            <ac:spMk id="3" creationId="{ECDD8913-80D5-66C0-DE37-D654360A75C4}"/>
          </ac:spMkLst>
        </pc:spChg>
      </pc:sldChg>
      <pc:sldChg chg="add mod modShow">
        <pc:chgData name="Cédric Schaffter" userId="553b4a19-b3bd-4c85-8b03-e3da8d2d0ee5" providerId="ADAL" clId="{6D24D4B8-718C-412F-8EF4-60897C3EA1FA}" dt="2024-04-16T11:04:06.974" v="2671" actId="729"/>
        <pc:sldMkLst>
          <pc:docMk/>
          <pc:sldMk cId="1016424598" sldId="406"/>
        </pc:sldMkLst>
      </pc:sldChg>
      <pc:sldChg chg="modSp add mod">
        <pc:chgData name="Cédric Schaffter" userId="553b4a19-b3bd-4c85-8b03-e3da8d2d0ee5" providerId="ADAL" clId="{6D24D4B8-718C-412F-8EF4-60897C3EA1FA}" dt="2024-04-16T09:08:26.572" v="1552" actId="20577"/>
        <pc:sldMkLst>
          <pc:docMk/>
          <pc:sldMk cId="530173798" sldId="407"/>
        </pc:sldMkLst>
        <pc:spChg chg="mod">
          <ac:chgData name="Cédric Schaffter" userId="553b4a19-b3bd-4c85-8b03-e3da8d2d0ee5" providerId="ADAL" clId="{6D24D4B8-718C-412F-8EF4-60897C3EA1FA}" dt="2024-04-16T09:08:26.572" v="1552" actId="20577"/>
          <ac:spMkLst>
            <pc:docMk/>
            <pc:sldMk cId="530173798" sldId="407"/>
            <ac:spMk id="2" creationId="{6E891AC1-7757-84E9-A4B6-A3DAC9873AC8}"/>
          </ac:spMkLst>
        </pc:spChg>
        <pc:spChg chg="mod">
          <ac:chgData name="Cédric Schaffter" userId="553b4a19-b3bd-4c85-8b03-e3da8d2d0ee5" providerId="ADAL" clId="{6D24D4B8-718C-412F-8EF4-60897C3EA1FA}" dt="2024-04-16T09:02:48.243" v="1533" actId="20577"/>
          <ac:spMkLst>
            <pc:docMk/>
            <pc:sldMk cId="530173798" sldId="407"/>
            <ac:spMk id="3" creationId="{942E22A4-A7C2-811E-10FB-FA0F6AF6712F}"/>
          </ac:spMkLst>
        </pc:spChg>
      </pc:sldChg>
      <pc:sldChg chg="addSp delSp modSp add mod">
        <pc:chgData name="Cédric Schaffter" userId="553b4a19-b3bd-4c85-8b03-e3da8d2d0ee5" providerId="ADAL" clId="{6D24D4B8-718C-412F-8EF4-60897C3EA1FA}" dt="2024-04-16T11:08:52.752" v="2706" actId="1076"/>
        <pc:sldMkLst>
          <pc:docMk/>
          <pc:sldMk cId="1396192012" sldId="408"/>
        </pc:sldMkLst>
        <pc:spChg chg="mod">
          <ac:chgData name="Cédric Schaffter" userId="553b4a19-b3bd-4c85-8b03-e3da8d2d0ee5" providerId="ADAL" clId="{6D24D4B8-718C-412F-8EF4-60897C3EA1FA}" dt="2024-04-16T10:34:38.405" v="2185" actId="20577"/>
          <ac:spMkLst>
            <pc:docMk/>
            <pc:sldMk cId="1396192012" sldId="408"/>
            <ac:spMk id="2" creationId="{5930DA6F-8E02-FE92-06B2-FCE42EDDB07D}"/>
          </ac:spMkLst>
        </pc:spChg>
        <pc:spChg chg="del">
          <ac:chgData name="Cédric Schaffter" userId="553b4a19-b3bd-4c85-8b03-e3da8d2d0ee5" providerId="ADAL" clId="{6D24D4B8-718C-412F-8EF4-60897C3EA1FA}" dt="2024-04-16T10:35:20.357" v="2189" actId="478"/>
          <ac:spMkLst>
            <pc:docMk/>
            <pc:sldMk cId="1396192012" sldId="408"/>
            <ac:spMk id="3" creationId="{32088F62-B977-DF7B-D3CD-454CB0B44758}"/>
          </ac:spMkLst>
        </pc:spChg>
        <pc:spChg chg="del">
          <ac:chgData name="Cédric Schaffter" userId="553b4a19-b3bd-4c85-8b03-e3da8d2d0ee5" providerId="ADAL" clId="{6D24D4B8-718C-412F-8EF4-60897C3EA1FA}" dt="2024-04-16T10:35:27.867" v="2192" actId="478"/>
          <ac:spMkLst>
            <pc:docMk/>
            <pc:sldMk cId="1396192012" sldId="408"/>
            <ac:spMk id="9" creationId="{FEE1D0B3-4C39-D52B-EAAF-6EA67F710C9D}"/>
          </ac:spMkLst>
        </pc:spChg>
        <pc:spChg chg="mod">
          <ac:chgData name="Cédric Schaffter" userId="553b4a19-b3bd-4c85-8b03-e3da8d2d0ee5" providerId="ADAL" clId="{6D24D4B8-718C-412F-8EF4-60897C3EA1FA}" dt="2024-04-16T10:36:25.762" v="2209" actId="20577"/>
          <ac:spMkLst>
            <pc:docMk/>
            <pc:sldMk cId="1396192012" sldId="408"/>
            <ac:spMk id="11" creationId="{A0AB6BDC-1EBF-0E26-1C59-7A4282939769}"/>
          </ac:spMkLst>
        </pc:spChg>
        <pc:spChg chg="del">
          <ac:chgData name="Cédric Schaffter" userId="553b4a19-b3bd-4c85-8b03-e3da8d2d0ee5" providerId="ADAL" clId="{6D24D4B8-718C-412F-8EF4-60897C3EA1FA}" dt="2024-04-16T10:35:17.958" v="2188" actId="478"/>
          <ac:spMkLst>
            <pc:docMk/>
            <pc:sldMk cId="1396192012" sldId="408"/>
            <ac:spMk id="12" creationId="{273DFA1D-154F-4C80-E242-B98002FA8EBA}"/>
          </ac:spMkLst>
        </pc:spChg>
        <pc:spChg chg="mod">
          <ac:chgData name="Cédric Schaffter" userId="553b4a19-b3bd-4c85-8b03-e3da8d2d0ee5" providerId="ADAL" clId="{6D24D4B8-718C-412F-8EF4-60897C3EA1FA}" dt="2024-04-16T11:08:44.418" v="2698" actId="20577"/>
          <ac:spMkLst>
            <pc:docMk/>
            <pc:sldMk cId="1396192012" sldId="408"/>
            <ac:spMk id="17" creationId="{831DFF62-590E-C851-6280-B9F6E8FFF9CB}"/>
          </ac:spMkLst>
        </pc:spChg>
        <pc:spChg chg="add mod">
          <ac:chgData name="Cédric Schaffter" userId="553b4a19-b3bd-4c85-8b03-e3da8d2d0ee5" providerId="ADAL" clId="{6D24D4B8-718C-412F-8EF4-60897C3EA1FA}" dt="2024-04-16T10:36:14.176" v="2205" actId="20577"/>
          <ac:spMkLst>
            <pc:docMk/>
            <pc:sldMk cId="1396192012" sldId="408"/>
            <ac:spMk id="20" creationId="{5613150E-C630-3AE7-C467-81C4220AEB2C}"/>
          </ac:spMkLst>
        </pc:spChg>
        <pc:spChg chg="mod">
          <ac:chgData name="Cédric Schaffter" userId="553b4a19-b3bd-4c85-8b03-e3da8d2d0ee5" providerId="ADAL" clId="{6D24D4B8-718C-412F-8EF4-60897C3EA1FA}" dt="2024-04-16T11:08:52.752" v="2706" actId="1076"/>
          <ac:spMkLst>
            <pc:docMk/>
            <pc:sldMk cId="1396192012" sldId="408"/>
            <ac:spMk id="21" creationId="{02C95303-F3E0-7401-912A-0797EE5C401C}"/>
          </ac:spMkLst>
        </pc:spChg>
        <pc:picChg chg="mod">
          <ac:chgData name="Cédric Schaffter" userId="553b4a19-b3bd-4c85-8b03-e3da8d2d0ee5" providerId="ADAL" clId="{6D24D4B8-718C-412F-8EF4-60897C3EA1FA}" dt="2024-04-16T10:36:09.169" v="2203" actId="1076"/>
          <ac:picMkLst>
            <pc:docMk/>
            <pc:sldMk cId="1396192012" sldId="408"/>
            <ac:picMk id="10" creationId="{2B413ED0-7207-202C-384D-8346A782B0F8}"/>
          </ac:picMkLst>
        </pc:picChg>
        <pc:picChg chg="del">
          <ac:chgData name="Cédric Schaffter" userId="553b4a19-b3bd-4c85-8b03-e3da8d2d0ee5" providerId="ADAL" clId="{6D24D4B8-718C-412F-8EF4-60897C3EA1FA}" dt="2024-04-16T10:35:14.463" v="2187" actId="478"/>
          <ac:picMkLst>
            <pc:docMk/>
            <pc:sldMk cId="1396192012" sldId="408"/>
            <ac:picMk id="19" creationId="{02FA75B3-B47C-60AD-1A90-0638E02AD272}"/>
          </ac:picMkLst>
        </pc:picChg>
        <pc:cxnChg chg="del">
          <ac:chgData name="Cédric Schaffter" userId="553b4a19-b3bd-4c85-8b03-e3da8d2d0ee5" providerId="ADAL" clId="{6D24D4B8-718C-412F-8EF4-60897C3EA1FA}" dt="2024-04-16T10:35:22.602" v="2190" actId="478"/>
          <ac:cxnSpMkLst>
            <pc:docMk/>
            <pc:sldMk cId="1396192012" sldId="408"/>
            <ac:cxnSpMk id="7" creationId="{390E85FE-3B59-C37D-29D2-96030F3337F0}"/>
          </ac:cxnSpMkLst>
        </pc:cxnChg>
        <pc:cxnChg chg="del">
          <ac:chgData name="Cédric Schaffter" userId="553b4a19-b3bd-4c85-8b03-e3da8d2d0ee5" providerId="ADAL" clId="{6D24D4B8-718C-412F-8EF4-60897C3EA1FA}" dt="2024-04-16T10:35:24.651" v="2191" actId="478"/>
          <ac:cxnSpMkLst>
            <pc:docMk/>
            <pc:sldMk cId="1396192012" sldId="408"/>
            <ac:cxnSpMk id="8" creationId="{77940510-1C47-C323-8425-4D0653A2A7EB}"/>
          </ac:cxnSpMkLst>
        </pc:cxnChg>
        <pc:cxnChg chg="mod">
          <ac:chgData name="Cédric Schaffter" userId="553b4a19-b3bd-4c85-8b03-e3da8d2d0ee5" providerId="ADAL" clId="{6D24D4B8-718C-412F-8EF4-60897C3EA1FA}" dt="2024-04-16T10:36:35.096" v="2211" actId="14100"/>
          <ac:cxnSpMkLst>
            <pc:docMk/>
            <pc:sldMk cId="1396192012" sldId="408"/>
            <ac:cxnSpMk id="15" creationId="{0A010B6F-CD25-371D-F06F-499741F54858}"/>
          </ac:cxnSpMkLst>
        </pc:cxnChg>
        <pc:cxnChg chg="mod">
          <ac:chgData name="Cédric Schaffter" userId="553b4a19-b3bd-4c85-8b03-e3da8d2d0ee5" providerId="ADAL" clId="{6D24D4B8-718C-412F-8EF4-60897C3EA1FA}" dt="2024-04-16T10:35:42.381" v="2196" actId="14100"/>
          <ac:cxnSpMkLst>
            <pc:docMk/>
            <pc:sldMk cId="1396192012" sldId="408"/>
            <ac:cxnSpMk id="16" creationId="{C8B7AA75-3A8F-5886-211A-95FF3553432D}"/>
          </ac:cxnSpMkLst>
        </pc:cxnChg>
      </pc:sldChg>
      <pc:sldChg chg="addSp modSp add mod">
        <pc:chgData name="Cédric Schaffter" userId="553b4a19-b3bd-4c85-8b03-e3da8d2d0ee5" providerId="ADAL" clId="{6D24D4B8-718C-412F-8EF4-60897C3EA1FA}" dt="2024-04-16T11:09:21.380" v="2730" actId="20577"/>
        <pc:sldMkLst>
          <pc:docMk/>
          <pc:sldMk cId="3070854686" sldId="409"/>
        </pc:sldMkLst>
        <pc:spChg chg="add mod">
          <ac:chgData name="Cédric Schaffter" userId="553b4a19-b3bd-4c85-8b03-e3da8d2d0ee5" providerId="ADAL" clId="{6D24D4B8-718C-412F-8EF4-60897C3EA1FA}" dt="2024-04-16T10:37:07.771" v="2218" actId="20577"/>
          <ac:spMkLst>
            <pc:docMk/>
            <pc:sldMk cId="3070854686" sldId="409"/>
            <ac:spMk id="7" creationId="{E554DA40-D7A7-C37D-37F4-D3F87B24C0DD}"/>
          </ac:spMkLst>
        </pc:spChg>
        <pc:spChg chg="mod">
          <ac:chgData name="Cédric Schaffter" userId="553b4a19-b3bd-4c85-8b03-e3da8d2d0ee5" providerId="ADAL" clId="{6D24D4B8-718C-412F-8EF4-60897C3EA1FA}" dt="2024-04-16T11:09:16.077" v="2723" actId="1076"/>
          <ac:spMkLst>
            <pc:docMk/>
            <pc:sldMk cId="3070854686" sldId="409"/>
            <ac:spMk id="17" creationId="{831DFF62-590E-C851-6280-B9F6E8FFF9CB}"/>
          </ac:spMkLst>
        </pc:spChg>
        <pc:spChg chg="mod">
          <ac:chgData name="Cédric Schaffter" userId="553b4a19-b3bd-4c85-8b03-e3da8d2d0ee5" providerId="ADAL" clId="{6D24D4B8-718C-412F-8EF4-60897C3EA1FA}" dt="2024-04-16T10:37:11.636" v="2219" actId="1076"/>
          <ac:spMkLst>
            <pc:docMk/>
            <pc:sldMk cId="3070854686" sldId="409"/>
            <ac:spMk id="20" creationId="{5613150E-C630-3AE7-C467-81C4220AEB2C}"/>
          </ac:spMkLst>
        </pc:spChg>
        <pc:spChg chg="mod">
          <ac:chgData name="Cédric Schaffter" userId="553b4a19-b3bd-4c85-8b03-e3da8d2d0ee5" providerId="ADAL" clId="{6D24D4B8-718C-412F-8EF4-60897C3EA1FA}" dt="2024-04-16T11:09:21.380" v="2730" actId="20577"/>
          <ac:spMkLst>
            <pc:docMk/>
            <pc:sldMk cId="3070854686" sldId="409"/>
            <ac:spMk id="21" creationId="{02C95303-F3E0-7401-912A-0797EE5C401C}"/>
          </ac:spMkLst>
        </pc:spChg>
        <pc:picChg chg="add mod">
          <ac:chgData name="Cédric Schaffter" userId="553b4a19-b3bd-4c85-8b03-e3da8d2d0ee5" providerId="ADAL" clId="{6D24D4B8-718C-412F-8EF4-60897C3EA1FA}" dt="2024-04-16T10:36:58.747" v="2214" actId="1076"/>
          <ac:picMkLst>
            <pc:docMk/>
            <pc:sldMk cId="3070854686" sldId="409"/>
            <ac:picMk id="3" creationId="{88BF0F0A-B645-D567-C352-9487A58FCE20}"/>
          </ac:picMkLst>
        </pc:picChg>
        <pc:cxnChg chg="mod">
          <ac:chgData name="Cédric Schaffter" userId="553b4a19-b3bd-4c85-8b03-e3da8d2d0ee5" providerId="ADAL" clId="{6D24D4B8-718C-412F-8EF4-60897C3EA1FA}" dt="2024-04-16T10:37:17.278" v="2220" actId="14100"/>
          <ac:cxnSpMkLst>
            <pc:docMk/>
            <pc:sldMk cId="3070854686" sldId="409"/>
            <ac:cxnSpMk id="15" creationId="{0A010B6F-CD25-371D-F06F-499741F54858}"/>
          </ac:cxnSpMkLst>
        </pc:cxnChg>
        <pc:cxnChg chg="mod">
          <ac:chgData name="Cédric Schaffter" userId="553b4a19-b3bd-4c85-8b03-e3da8d2d0ee5" providerId="ADAL" clId="{6D24D4B8-718C-412F-8EF4-60897C3EA1FA}" dt="2024-04-16T10:37:20.925" v="2221" actId="14100"/>
          <ac:cxnSpMkLst>
            <pc:docMk/>
            <pc:sldMk cId="3070854686" sldId="409"/>
            <ac:cxnSpMk id="16" creationId="{C8B7AA75-3A8F-5886-211A-95FF3553432D}"/>
          </ac:cxnSpMkLst>
        </pc:cxnChg>
      </pc:sldChg>
      <pc:sldChg chg="modSp add mod modNotesTx">
        <pc:chgData name="Cédric Schaffter" userId="553b4a19-b3bd-4c85-8b03-e3da8d2d0ee5" providerId="ADAL" clId="{6D24D4B8-718C-412F-8EF4-60897C3EA1FA}" dt="2024-04-16T10:42:20.159" v="2575" actId="20577"/>
        <pc:sldMkLst>
          <pc:docMk/>
          <pc:sldMk cId="4016962414" sldId="410"/>
        </pc:sldMkLst>
        <pc:spChg chg="mod">
          <ac:chgData name="Cédric Schaffter" userId="553b4a19-b3bd-4c85-8b03-e3da8d2d0ee5" providerId="ADAL" clId="{6D24D4B8-718C-412F-8EF4-60897C3EA1FA}" dt="2024-04-16T10:41:39.742" v="2481" actId="20577"/>
          <ac:spMkLst>
            <pc:docMk/>
            <pc:sldMk cId="4016962414" sldId="410"/>
            <ac:spMk id="2" creationId="{5930DA6F-8E02-FE92-06B2-FCE42EDDB07D}"/>
          </ac:spMkLst>
        </pc:spChg>
        <pc:spChg chg="mod">
          <ac:chgData name="Cédric Schaffter" userId="553b4a19-b3bd-4c85-8b03-e3da8d2d0ee5" providerId="ADAL" clId="{6D24D4B8-718C-412F-8EF4-60897C3EA1FA}" dt="2024-04-16T10:42:06.975" v="2525" actId="5793"/>
          <ac:spMkLst>
            <pc:docMk/>
            <pc:sldMk cId="4016962414" sldId="410"/>
            <ac:spMk id="3" creationId="{ECDD8913-80D5-66C0-DE37-D654360A75C4}"/>
          </ac:spMkLst>
        </pc:spChg>
      </pc:sldChg>
      <pc:sldChg chg="modSp add del mod">
        <pc:chgData name="Cédric Schaffter" userId="553b4a19-b3bd-4c85-8b03-e3da8d2d0ee5" providerId="ADAL" clId="{6D24D4B8-718C-412F-8EF4-60897C3EA1FA}" dt="2024-04-16T11:13:17.948" v="2754" actId="2696"/>
        <pc:sldMkLst>
          <pc:docMk/>
          <pc:sldMk cId="2160657758" sldId="411"/>
        </pc:sldMkLst>
        <pc:spChg chg="mod">
          <ac:chgData name="Cédric Schaffter" userId="553b4a19-b3bd-4c85-8b03-e3da8d2d0ee5" providerId="ADAL" clId="{6D24D4B8-718C-412F-8EF4-60897C3EA1FA}" dt="2024-04-16T11:11:47.053" v="2749" actId="20577"/>
          <ac:spMkLst>
            <pc:docMk/>
            <pc:sldMk cId="2160657758" sldId="411"/>
            <ac:spMk id="2" creationId="{577CA417-48A2-4EC1-BB6A-E88DDE96D870}"/>
          </ac:spMkLst>
        </pc:spChg>
      </pc:sldChg>
      <pc:sldChg chg="add">
        <pc:chgData name="Cédric Schaffter" userId="553b4a19-b3bd-4c85-8b03-e3da8d2d0ee5" providerId="ADAL" clId="{6D24D4B8-718C-412F-8EF4-60897C3EA1FA}" dt="2024-04-16T11:13:23.553" v="2755"/>
        <pc:sldMkLst>
          <pc:docMk/>
          <pc:sldMk cId="3588282029" sldId="411"/>
        </pc:sldMkLst>
      </pc:sldChg>
      <pc:sldChg chg="add del">
        <pc:chgData name="Cédric Schaffter" userId="553b4a19-b3bd-4c85-8b03-e3da8d2d0ee5" providerId="ADAL" clId="{6D24D4B8-718C-412F-8EF4-60897C3EA1FA}" dt="2024-04-16T11:13:05.759" v="2753"/>
        <pc:sldMkLst>
          <pc:docMk/>
          <pc:sldMk cId="362828855" sldId="412"/>
        </pc:sldMkLst>
      </pc:sldChg>
    </pc:docChg>
  </pc:docChgLst>
  <pc:docChgLst>
    <pc:chgData name="Gaël Sonney" userId="9e336ed1-67b1-4474-b0e4-db9cec3afe68" providerId="ADAL" clId="{77A00D6C-777A-464B-BC84-237363DA9428}"/>
    <pc:docChg chg="undo redo custSel addSld delSld modSld sldOrd modSection">
      <pc:chgData name="Gaël Sonney" userId="9e336ed1-67b1-4474-b0e4-db9cec3afe68" providerId="ADAL" clId="{77A00D6C-777A-464B-BC84-237363DA9428}" dt="2024-04-16T19:08:29.525" v="2445" actId="15"/>
      <pc:docMkLst>
        <pc:docMk/>
      </pc:docMkLst>
      <pc:sldChg chg="modSp mod">
        <pc:chgData name="Gaël Sonney" userId="9e336ed1-67b1-4474-b0e4-db9cec3afe68" providerId="ADAL" clId="{77A00D6C-777A-464B-BC84-237363DA9428}" dt="2024-04-16T18:44:02.708" v="1568" actId="20577"/>
        <pc:sldMkLst>
          <pc:docMk/>
          <pc:sldMk cId="258574155" sldId="262"/>
        </pc:sldMkLst>
        <pc:spChg chg="mod">
          <ac:chgData name="Gaël Sonney" userId="9e336ed1-67b1-4474-b0e4-db9cec3afe68" providerId="ADAL" clId="{77A00D6C-777A-464B-BC84-237363DA9428}" dt="2024-04-16T18:44:02.708" v="1568" actId="20577"/>
          <ac:spMkLst>
            <pc:docMk/>
            <pc:sldMk cId="258574155" sldId="262"/>
            <ac:spMk id="3" creationId="{ECDD8913-80D5-66C0-DE37-D654360A75C4}"/>
          </ac:spMkLst>
        </pc:spChg>
      </pc:sldChg>
      <pc:sldChg chg="modSp mod">
        <pc:chgData name="Gaël Sonney" userId="9e336ed1-67b1-4474-b0e4-db9cec3afe68" providerId="ADAL" clId="{77A00D6C-777A-464B-BC84-237363DA9428}" dt="2024-04-16T12:55:54.246" v="14" actId="20577"/>
        <pc:sldMkLst>
          <pc:docMk/>
          <pc:sldMk cId="3654359519" sldId="302"/>
        </pc:sldMkLst>
        <pc:spChg chg="mod">
          <ac:chgData name="Gaël Sonney" userId="9e336ed1-67b1-4474-b0e4-db9cec3afe68" providerId="ADAL" clId="{77A00D6C-777A-464B-BC84-237363DA9428}" dt="2024-04-16T12:55:54.246" v="14" actId="20577"/>
          <ac:spMkLst>
            <pc:docMk/>
            <pc:sldMk cId="3654359519" sldId="302"/>
            <ac:spMk id="2" creationId="{577CA417-48A2-4EC1-BB6A-E88DDE96D870}"/>
          </ac:spMkLst>
        </pc:spChg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2918993193" sldId="306"/>
        </pc:sldMkLst>
      </pc:sldChg>
      <pc:sldChg chg="del">
        <pc:chgData name="Gaël Sonney" userId="9e336ed1-67b1-4474-b0e4-db9cec3afe68" providerId="ADAL" clId="{77A00D6C-777A-464B-BC84-237363DA9428}" dt="2024-04-16T12:56:57.727" v="16" actId="47"/>
        <pc:sldMkLst>
          <pc:docMk/>
          <pc:sldMk cId="3779150562" sldId="319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67380971" sldId="338"/>
        </pc:sldMkLst>
      </pc:sldChg>
      <pc:sldChg chg="modSp mod">
        <pc:chgData name="Gaël Sonney" userId="9e336ed1-67b1-4474-b0e4-db9cec3afe68" providerId="ADAL" clId="{77A00D6C-777A-464B-BC84-237363DA9428}" dt="2024-04-16T13:23:31.790" v="357" actId="20577"/>
        <pc:sldMkLst>
          <pc:docMk/>
          <pc:sldMk cId="462745293" sldId="342"/>
        </pc:sldMkLst>
        <pc:spChg chg="mod">
          <ac:chgData name="Gaël Sonney" userId="9e336ed1-67b1-4474-b0e4-db9cec3afe68" providerId="ADAL" clId="{77A00D6C-777A-464B-BC84-237363DA9428}" dt="2024-04-16T12:58:06.488" v="108" actId="20577"/>
          <ac:spMkLst>
            <pc:docMk/>
            <pc:sldMk cId="462745293" sldId="342"/>
            <ac:spMk id="2" creationId="{5930DA6F-8E02-FE92-06B2-FCE42EDDB07D}"/>
          </ac:spMkLst>
        </pc:spChg>
        <pc:spChg chg="mod">
          <ac:chgData name="Gaël Sonney" userId="9e336ed1-67b1-4474-b0e4-db9cec3afe68" providerId="ADAL" clId="{77A00D6C-777A-464B-BC84-237363DA9428}" dt="2024-04-16T13:23:31.790" v="357" actId="20577"/>
          <ac:spMkLst>
            <pc:docMk/>
            <pc:sldMk cId="462745293" sldId="342"/>
            <ac:spMk id="3" creationId="{ECDD8913-80D5-66C0-DE37-D654360A75C4}"/>
          </ac:spMkLst>
        </pc:spChg>
      </pc:sldChg>
      <pc:sldChg chg="modSp new del mod">
        <pc:chgData name="Gaël Sonney" userId="9e336ed1-67b1-4474-b0e4-db9cec3afe68" providerId="ADAL" clId="{77A00D6C-777A-464B-BC84-237363DA9428}" dt="2024-04-16T13:25:47.862" v="490" actId="47"/>
        <pc:sldMkLst>
          <pc:docMk/>
          <pc:sldMk cId="3745832325" sldId="343"/>
        </pc:sldMkLst>
        <pc:spChg chg="mod">
          <ac:chgData name="Gaël Sonney" userId="9e336ed1-67b1-4474-b0e4-db9cec3afe68" providerId="ADAL" clId="{77A00D6C-777A-464B-BC84-237363DA9428}" dt="2024-04-16T13:23:09.915" v="356" actId="20577"/>
          <ac:spMkLst>
            <pc:docMk/>
            <pc:sldMk cId="3745832325" sldId="343"/>
            <ac:spMk id="2" creationId="{6B9544B5-5378-FF1C-8EE2-7E7A51DC9673}"/>
          </ac:spMkLst>
        </pc:spChg>
        <pc:spChg chg="mod">
          <ac:chgData name="Gaël Sonney" userId="9e336ed1-67b1-4474-b0e4-db9cec3afe68" providerId="ADAL" clId="{77A00D6C-777A-464B-BC84-237363DA9428}" dt="2024-04-16T13:24:55.189" v="413" actId="20577"/>
          <ac:spMkLst>
            <pc:docMk/>
            <pc:sldMk cId="3745832325" sldId="343"/>
            <ac:spMk id="3" creationId="{8BE60EFD-F852-69A3-FCD9-120A5DEED2F9}"/>
          </ac:spMkLst>
        </pc:spChg>
      </pc:sldChg>
      <pc:sldChg chg="add del">
        <pc:chgData name="Gaël Sonney" userId="9e336ed1-67b1-4474-b0e4-db9cec3afe68" providerId="ADAL" clId="{77A00D6C-777A-464B-BC84-237363DA9428}" dt="2024-04-16T13:24:07.067" v="370"/>
        <pc:sldMkLst>
          <pc:docMk/>
          <pc:sldMk cId="1855667831" sldId="344"/>
        </pc:sldMkLst>
      </pc:sldChg>
      <pc:sldChg chg="modSp add mod ord">
        <pc:chgData name="Gaël Sonney" userId="9e336ed1-67b1-4474-b0e4-db9cec3afe68" providerId="ADAL" clId="{77A00D6C-777A-464B-BC84-237363DA9428}" dt="2024-04-16T13:25:43.989" v="489" actId="20577"/>
        <pc:sldMkLst>
          <pc:docMk/>
          <pc:sldMk cId="4185228313" sldId="344"/>
        </pc:sldMkLst>
        <pc:spChg chg="mod">
          <ac:chgData name="Gaël Sonney" userId="9e336ed1-67b1-4474-b0e4-db9cec3afe68" providerId="ADAL" clId="{77A00D6C-777A-464B-BC84-237363DA9428}" dt="2024-04-16T13:25:31.734" v="444" actId="20577"/>
          <ac:spMkLst>
            <pc:docMk/>
            <pc:sldMk cId="4185228313" sldId="344"/>
            <ac:spMk id="2" creationId="{577CA417-48A2-4EC1-BB6A-E88DDE96D870}"/>
          </ac:spMkLst>
        </pc:spChg>
        <pc:spChg chg="mod">
          <ac:chgData name="Gaël Sonney" userId="9e336ed1-67b1-4474-b0e4-db9cec3afe68" providerId="ADAL" clId="{77A00D6C-777A-464B-BC84-237363DA9428}" dt="2024-04-16T13:25:43.989" v="489" actId="20577"/>
          <ac:spMkLst>
            <pc:docMk/>
            <pc:sldMk cId="4185228313" sldId="344"/>
            <ac:spMk id="3" creationId="{3B9501AA-B74D-4416-BEFC-D9228B665E9E}"/>
          </ac:spMkLst>
        </pc:spChg>
      </pc:sldChg>
      <pc:sldChg chg="modSp add mod ord">
        <pc:chgData name="Gaël Sonney" userId="9e336ed1-67b1-4474-b0e4-db9cec3afe68" providerId="ADAL" clId="{77A00D6C-777A-464B-BC84-237363DA9428}" dt="2024-04-16T18:45:01.385" v="1576" actId="108"/>
        <pc:sldMkLst>
          <pc:docMk/>
          <pc:sldMk cId="1093221307" sldId="345"/>
        </pc:sldMkLst>
        <pc:spChg chg="mod">
          <ac:chgData name="Gaël Sonney" userId="9e336ed1-67b1-4474-b0e4-db9cec3afe68" providerId="ADAL" clId="{77A00D6C-777A-464B-BC84-237363DA9428}" dt="2024-04-16T13:26:03.694" v="497" actId="20577"/>
          <ac:spMkLst>
            <pc:docMk/>
            <pc:sldMk cId="1093221307" sldId="345"/>
            <ac:spMk id="2" creationId="{5930DA6F-8E02-FE92-06B2-FCE42EDDB07D}"/>
          </ac:spMkLst>
        </pc:spChg>
        <pc:spChg chg="mod">
          <ac:chgData name="Gaël Sonney" userId="9e336ed1-67b1-4474-b0e4-db9cec3afe68" providerId="ADAL" clId="{77A00D6C-777A-464B-BC84-237363DA9428}" dt="2024-04-16T18:45:01.385" v="1576" actId="108"/>
          <ac:spMkLst>
            <pc:docMk/>
            <pc:sldMk cId="1093221307" sldId="345"/>
            <ac:spMk id="3" creationId="{ECDD8913-80D5-66C0-DE37-D654360A75C4}"/>
          </ac:spMkLst>
        </pc:spChg>
      </pc:sldChg>
      <pc:sldChg chg="modSp add del mod">
        <pc:chgData name="Gaël Sonney" userId="9e336ed1-67b1-4474-b0e4-db9cec3afe68" providerId="ADAL" clId="{77A00D6C-777A-464B-BC84-237363DA9428}" dt="2024-04-16T18:44:41.192" v="1574" actId="20577"/>
        <pc:sldMkLst>
          <pc:docMk/>
          <pc:sldMk cId="446943190" sldId="346"/>
        </pc:sldMkLst>
        <pc:spChg chg="mod">
          <ac:chgData name="Gaël Sonney" userId="9e336ed1-67b1-4474-b0e4-db9cec3afe68" providerId="ADAL" clId="{77A00D6C-777A-464B-BC84-237363DA9428}" dt="2024-04-16T13:26:46.542" v="544" actId="27636"/>
          <ac:spMkLst>
            <pc:docMk/>
            <pc:sldMk cId="446943190" sldId="346"/>
            <ac:spMk id="2" creationId="{5930DA6F-8E02-FE92-06B2-FCE42EDDB07D}"/>
          </ac:spMkLst>
        </pc:spChg>
        <pc:spChg chg="mod">
          <ac:chgData name="Gaël Sonney" userId="9e336ed1-67b1-4474-b0e4-db9cec3afe68" providerId="ADAL" clId="{77A00D6C-777A-464B-BC84-237363DA9428}" dt="2024-04-16T18:44:41.192" v="1574" actId="20577"/>
          <ac:spMkLst>
            <pc:docMk/>
            <pc:sldMk cId="446943190" sldId="346"/>
            <ac:spMk id="3" creationId="{ECDD8913-80D5-66C0-DE37-D654360A75C4}"/>
          </ac:spMkLst>
        </pc:spChg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3064999319" sldId="347"/>
        </pc:sldMkLst>
      </pc:sldChg>
      <pc:sldChg chg="modSp add mod modAnim">
        <pc:chgData name="Gaël Sonney" userId="9e336ed1-67b1-4474-b0e4-db9cec3afe68" providerId="ADAL" clId="{77A00D6C-777A-464B-BC84-237363DA9428}" dt="2024-04-16T18:49:22.913" v="1669" actId="20577"/>
        <pc:sldMkLst>
          <pc:docMk/>
          <pc:sldMk cId="3074151545" sldId="347"/>
        </pc:sldMkLst>
        <pc:spChg chg="mod">
          <ac:chgData name="Gaël Sonney" userId="9e336ed1-67b1-4474-b0e4-db9cec3afe68" providerId="ADAL" clId="{77A00D6C-777A-464B-BC84-237363DA9428}" dt="2024-04-16T13:35:32.189" v="1333" actId="20577"/>
          <ac:spMkLst>
            <pc:docMk/>
            <pc:sldMk cId="3074151545" sldId="347"/>
            <ac:spMk id="2" creationId="{5930DA6F-8E02-FE92-06B2-FCE42EDDB07D}"/>
          </ac:spMkLst>
        </pc:spChg>
        <pc:spChg chg="mod">
          <ac:chgData name="Gaël Sonney" userId="9e336ed1-67b1-4474-b0e4-db9cec3afe68" providerId="ADAL" clId="{77A00D6C-777A-464B-BC84-237363DA9428}" dt="2024-04-16T18:49:22.913" v="1669" actId="20577"/>
          <ac:spMkLst>
            <pc:docMk/>
            <pc:sldMk cId="3074151545" sldId="347"/>
            <ac:spMk id="3" creationId="{ECDD8913-80D5-66C0-DE37-D654360A75C4}"/>
          </ac:spMkLst>
        </pc:spChg>
      </pc:sldChg>
      <pc:sldChg chg="modSp add mod">
        <pc:chgData name="Gaël Sonney" userId="9e336ed1-67b1-4474-b0e4-db9cec3afe68" providerId="ADAL" clId="{77A00D6C-777A-464B-BC84-237363DA9428}" dt="2024-04-16T13:55:48.894" v="1538" actId="20577"/>
        <pc:sldMkLst>
          <pc:docMk/>
          <pc:sldMk cId="2932035587" sldId="348"/>
        </pc:sldMkLst>
        <pc:spChg chg="mod">
          <ac:chgData name="Gaël Sonney" userId="9e336ed1-67b1-4474-b0e4-db9cec3afe68" providerId="ADAL" clId="{77A00D6C-777A-464B-BC84-237363DA9428}" dt="2024-04-16T13:54:12.591" v="1484" actId="20577"/>
          <ac:spMkLst>
            <pc:docMk/>
            <pc:sldMk cId="2932035587" sldId="348"/>
            <ac:spMk id="2" creationId="{577CA417-48A2-4EC1-BB6A-E88DDE96D870}"/>
          </ac:spMkLst>
        </pc:spChg>
        <pc:spChg chg="mod">
          <ac:chgData name="Gaël Sonney" userId="9e336ed1-67b1-4474-b0e4-db9cec3afe68" providerId="ADAL" clId="{77A00D6C-777A-464B-BC84-237363DA9428}" dt="2024-04-16T13:55:48.894" v="1538" actId="20577"/>
          <ac:spMkLst>
            <pc:docMk/>
            <pc:sldMk cId="2932035587" sldId="348"/>
            <ac:spMk id="3" creationId="{3B9501AA-B74D-4416-BEFC-D9228B665E9E}"/>
          </ac:spMkLst>
        </pc:spChg>
      </pc:sldChg>
      <pc:sldChg chg="modSp add del mod">
        <pc:chgData name="Gaël Sonney" userId="9e336ed1-67b1-4474-b0e4-db9cec3afe68" providerId="ADAL" clId="{77A00D6C-777A-464B-BC84-237363DA9428}" dt="2024-04-16T18:45:40.360" v="1579" actId="2696"/>
        <pc:sldMkLst>
          <pc:docMk/>
          <pc:sldMk cId="1328767519" sldId="349"/>
        </pc:sldMkLst>
        <pc:spChg chg="mod">
          <ac:chgData name="Gaël Sonney" userId="9e336ed1-67b1-4474-b0e4-db9cec3afe68" providerId="ADAL" clId="{77A00D6C-777A-464B-BC84-237363DA9428}" dt="2024-04-16T18:45:22.107" v="1578" actId="108"/>
          <ac:spMkLst>
            <pc:docMk/>
            <pc:sldMk cId="1328767519" sldId="349"/>
            <ac:spMk id="3" creationId="{ECDD8913-80D5-66C0-DE37-D654360A75C4}"/>
          </ac:spMkLst>
        </pc:spChg>
      </pc:sldChg>
      <pc:sldChg chg="modSp add mod modAnim">
        <pc:chgData name="Gaël Sonney" userId="9e336ed1-67b1-4474-b0e4-db9cec3afe68" providerId="ADAL" clId="{77A00D6C-777A-464B-BC84-237363DA9428}" dt="2024-04-16T13:55:37.599" v="1531" actId="20577"/>
        <pc:sldMkLst>
          <pc:docMk/>
          <pc:sldMk cId="710329021" sldId="350"/>
        </pc:sldMkLst>
        <pc:spChg chg="mod">
          <ac:chgData name="Gaël Sonney" userId="9e336ed1-67b1-4474-b0e4-db9cec3afe68" providerId="ADAL" clId="{77A00D6C-777A-464B-BC84-237363DA9428}" dt="2024-04-16T13:55:37.599" v="1531" actId="20577"/>
          <ac:spMkLst>
            <pc:docMk/>
            <pc:sldMk cId="710329021" sldId="350"/>
            <ac:spMk id="3" creationId="{ECDD8913-80D5-66C0-DE37-D654360A75C4}"/>
          </ac:spMkLst>
        </pc:spChg>
      </pc:sldChg>
      <pc:sldChg chg="modSp add mod">
        <pc:chgData name="Gaël Sonney" userId="9e336ed1-67b1-4474-b0e4-db9cec3afe68" providerId="ADAL" clId="{77A00D6C-777A-464B-BC84-237363DA9428}" dt="2024-04-16T18:50:28.495" v="1674"/>
        <pc:sldMkLst>
          <pc:docMk/>
          <pc:sldMk cId="1235010326" sldId="351"/>
        </pc:sldMkLst>
        <pc:spChg chg="mod">
          <ac:chgData name="Gaël Sonney" userId="9e336ed1-67b1-4474-b0e4-db9cec3afe68" providerId="ADAL" clId="{77A00D6C-777A-464B-BC84-237363DA9428}" dt="2024-04-16T18:48:16.769" v="1607" actId="20577"/>
          <ac:spMkLst>
            <pc:docMk/>
            <pc:sldMk cId="1235010326" sldId="351"/>
            <ac:spMk id="2" creationId="{577CA417-48A2-4EC1-BB6A-E88DDE96D870}"/>
          </ac:spMkLst>
        </pc:spChg>
        <pc:spChg chg="mod">
          <ac:chgData name="Gaël Sonney" userId="9e336ed1-67b1-4474-b0e4-db9cec3afe68" providerId="ADAL" clId="{77A00D6C-777A-464B-BC84-237363DA9428}" dt="2024-04-16T18:50:28.495" v="1674"/>
          <ac:spMkLst>
            <pc:docMk/>
            <pc:sldMk cId="1235010326" sldId="351"/>
            <ac:spMk id="3" creationId="{3B9501AA-B74D-4416-BEFC-D9228B665E9E}"/>
          </ac:spMkLst>
        </pc:spChg>
      </pc:sldChg>
      <pc:sldChg chg="modSp add mod">
        <pc:chgData name="Gaël Sonney" userId="9e336ed1-67b1-4474-b0e4-db9cec3afe68" providerId="ADAL" clId="{77A00D6C-777A-464B-BC84-237363DA9428}" dt="2024-04-16T18:58:08.855" v="2177" actId="20577"/>
        <pc:sldMkLst>
          <pc:docMk/>
          <pc:sldMk cId="728557598" sldId="352"/>
        </pc:sldMkLst>
        <pc:spChg chg="mod">
          <ac:chgData name="Gaël Sonney" userId="9e336ed1-67b1-4474-b0e4-db9cec3afe68" providerId="ADAL" clId="{77A00D6C-777A-464B-BC84-237363DA9428}" dt="2024-04-16T18:58:08.855" v="2177" actId="20577"/>
          <ac:spMkLst>
            <pc:docMk/>
            <pc:sldMk cId="728557598" sldId="352"/>
            <ac:spMk id="3" creationId="{ECDD8913-80D5-66C0-DE37-D654360A75C4}"/>
          </ac:spMkLst>
        </pc:spChg>
      </pc:sldChg>
      <pc:sldChg chg="modSp add mod">
        <pc:chgData name="Gaël Sonney" userId="9e336ed1-67b1-4474-b0e4-db9cec3afe68" providerId="ADAL" clId="{77A00D6C-777A-464B-BC84-237363DA9428}" dt="2024-04-16T18:56:45.453" v="2039" actId="20577"/>
        <pc:sldMkLst>
          <pc:docMk/>
          <pc:sldMk cId="1675821928" sldId="353"/>
        </pc:sldMkLst>
        <pc:spChg chg="mod">
          <ac:chgData name="Gaël Sonney" userId="9e336ed1-67b1-4474-b0e4-db9cec3afe68" providerId="ADAL" clId="{77A00D6C-777A-464B-BC84-237363DA9428}" dt="2024-04-16T18:52:20.452" v="1686" actId="20577"/>
          <ac:spMkLst>
            <pc:docMk/>
            <pc:sldMk cId="1675821928" sldId="353"/>
            <ac:spMk id="2" creationId="{577CA417-48A2-4EC1-BB6A-E88DDE96D870}"/>
          </ac:spMkLst>
        </pc:spChg>
        <pc:spChg chg="mod">
          <ac:chgData name="Gaël Sonney" userId="9e336ed1-67b1-4474-b0e4-db9cec3afe68" providerId="ADAL" clId="{77A00D6C-777A-464B-BC84-237363DA9428}" dt="2024-04-16T18:56:45.453" v="2039" actId="20577"/>
          <ac:spMkLst>
            <pc:docMk/>
            <pc:sldMk cId="1675821928" sldId="353"/>
            <ac:spMk id="3" creationId="{3B9501AA-B74D-4416-BEFC-D9228B665E9E}"/>
          </ac:spMkLst>
        </pc:spChg>
      </pc:sldChg>
      <pc:sldChg chg="modSp add mod ord">
        <pc:chgData name="Gaël Sonney" userId="9e336ed1-67b1-4474-b0e4-db9cec3afe68" providerId="ADAL" clId="{77A00D6C-777A-464B-BC84-237363DA9428}" dt="2024-04-16T18:52:16.008" v="1684" actId="20577"/>
        <pc:sldMkLst>
          <pc:docMk/>
          <pc:sldMk cId="2406515716" sldId="354"/>
        </pc:sldMkLst>
        <pc:spChg chg="mod">
          <ac:chgData name="Gaël Sonney" userId="9e336ed1-67b1-4474-b0e4-db9cec3afe68" providerId="ADAL" clId="{77A00D6C-777A-464B-BC84-237363DA9428}" dt="2024-04-16T18:52:16.008" v="1684" actId="20577"/>
          <ac:spMkLst>
            <pc:docMk/>
            <pc:sldMk cId="2406515716" sldId="354"/>
            <ac:spMk id="2" creationId="{577CA417-48A2-4EC1-BB6A-E88DDE96D870}"/>
          </ac:spMkLst>
        </pc:spChg>
        <pc:spChg chg="mod">
          <ac:chgData name="Gaël Sonney" userId="9e336ed1-67b1-4474-b0e4-db9cec3afe68" providerId="ADAL" clId="{77A00D6C-777A-464B-BC84-237363DA9428}" dt="2024-04-16T18:51:51.394" v="1680"/>
          <ac:spMkLst>
            <pc:docMk/>
            <pc:sldMk cId="2406515716" sldId="354"/>
            <ac:spMk id="3" creationId="{3B9501AA-B74D-4416-BEFC-D9228B665E9E}"/>
          </ac:spMkLst>
        </pc:spChg>
      </pc:sldChg>
      <pc:sldChg chg="add del">
        <pc:chgData name="Gaël Sonney" userId="9e336ed1-67b1-4474-b0e4-db9cec3afe68" providerId="ADAL" clId="{77A00D6C-777A-464B-BC84-237363DA9428}" dt="2024-04-16T18:48:21.053" v="1609"/>
        <pc:sldMkLst>
          <pc:docMk/>
          <pc:sldMk cId="2716527990" sldId="354"/>
        </pc:sldMkLst>
      </pc:sldChg>
      <pc:sldChg chg="modSp add mod ord">
        <pc:chgData name="Gaël Sonney" userId="9e336ed1-67b1-4474-b0e4-db9cec3afe68" providerId="ADAL" clId="{77A00D6C-777A-464B-BC84-237363DA9428}" dt="2024-04-16T18:55:48.106" v="2010" actId="20577"/>
        <pc:sldMkLst>
          <pc:docMk/>
          <pc:sldMk cId="99503491" sldId="355"/>
        </pc:sldMkLst>
        <pc:spChg chg="mod">
          <ac:chgData name="Gaël Sonney" userId="9e336ed1-67b1-4474-b0e4-db9cec3afe68" providerId="ADAL" clId="{77A00D6C-777A-464B-BC84-237363DA9428}" dt="2024-04-16T18:55:48.106" v="2010" actId="20577"/>
          <ac:spMkLst>
            <pc:docMk/>
            <pc:sldMk cId="99503491" sldId="355"/>
            <ac:spMk id="3" creationId="{ECDD8913-80D5-66C0-DE37-D654360A75C4}"/>
          </ac:spMkLst>
        </pc:spChg>
      </pc:sldChg>
      <pc:sldChg chg="modSp add mod">
        <pc:chgData name="Gaël Sonney" userId="9e336ed1-67b1-4474-b0e4-db9cec3afe68" providerId="ADAL" clId="{77A00D6C-777A-464B-BC84-237363DA9428}" dt="2024-04-16T18:56:11.200" v="2013" actId="20577"/>
        <pc:sldMkLst>
          <pc:docMk/>
          <pc:sldMk cId="1568559798" sldId="356"/>
        </pc:sldMkLst>
        <pc:spChg chg="mod">
          <ac:chgData name="Gaël Sonney" userId="9e336ed1-67b1-4474-b0e4-db9cec3afe68" providerId="ADAL" clId="{77A00D6C-777A-464B-BC84-237363DA9428}" dt="2024-04-16T18:56:11.200" v="2013" actId="20577"/>
          <ac:spMkLst>
            <pc:docMk/>
            <pc:sldMk cId="1568559798" sldId="356"/>
            <ac:spMk id="2" creationId="{577CA417-48A2-4EC1-BB6A-E88DDE96D870}"/>
          </ac:spMkLst>
        </pc:spChg>
      </pc:sldChg>
      <pc:sldChg chg="addSp delSp modSp add mod">
        <pc:chgData name="Gaël Sonney" userId="9e336ed1-67b1-4474-b0e4-db9cec3afe68" providerId="ADAL" clId="{77A00D6C-777A-464B-BC84-237363DA9428}" dt="2024-04-16T19:05:19.015" v="2332"/>
        <pc:sldMkLst>
          <pc:docMk/>
          <pc:sldMk cId="3344566297" sldId="357"/>
        </pc:sldMkLst>
        <pc:spChg chg="mod">
          <ac:chgData name="Gaël Sonney" userId="9e336ed1-67b1-4474-b0e4-db9cec3afe68" providerId="ADAL" clId="{77A00D6C-777A-464B-BC84-237363DA9428}" dt="2024-04-16T19:05:19.015" v="2332"/>
          <ac:spMkLst>
            <pc:docMk/>
            <pc:sldMk cId="3344566297" sldId="357"/>
            <ac:spMk id="3" creationId="{ECDD8913-80D5-66C0-DE37-D654360A75C4}"/>
          </ac:spMkLst>
        </pc:spChg>
        <pc:spChg chg="add del">
          <ac:chgData name="Gaël Sonney" userId="9e336ed1-67b1-4474-b0e4-db9cec3afe68" providerId="ADAL" clId="{77A00D6C-777A-464B-BC84-237363DA9428}" dt="2024-04-16T19:03:35.314" v="2181"/>
          <ac:spMkLst>
            <pc:docMk/>
            <pc:sldMk cId="3344566297" sldId="357"/>
            <ac:spMk id="7" creationId="{5D52A506-E931-F949-9B8D-2E0C3B18B587}"/>
          </ac:spMkLst>
        </pc:spChg>
        <pc:spChg chg="add del">
          <ac:chgData name="Gaël Sonney" userId="9e336ed1-67b1-4474-b0e4-db9cec3afe68" providerId="ADAL" clId="{77A00D6C-777A-464B-BC84-237363DA9428}" dt="2024-04-16T19:03:40.684" v="2183"/>
          <ac:spMkLst>
            <pc:docMk/>
            <pc:sldMk cId="3344566297" sldId="357"/>
            <ac:spMk id="8" creationId="{B1FEB477-A98E-F79B-4DA1-B893A5329DB1}"/>
          </ac:spMkLst>
        </pc:spChg>
      </pc:sldChg>
      <pc:sldChg chg="modSp add mod">
        <pc:chgData name="Gaël Sonney" userId="9e336ed1-67b1-4474-b0e4-db9cec3afe68" providerId="ADAL" clId="{77A00D6C-777A-464B-BC84-237363DA9428}" dt="2024-04-16T19:08:29.525" v="2445" actId="15"/>
        <pc:sldMkLst>
          <pc:docMk/>
          <pc:sldMk cId="3112705032" sldId="358"/>
        </pc:sldMkLst>
        <pc:spChg chg="mod">
          <ac:chgData name="Gaël Sonney" userId="9e336ed1-67b1-4474-b0e4-db9cec3afe68" providerId="ADAL" clId="{77A00D6C-777A-464B-BC84-237363DA9428}" dt="2024-04-16T19:07:19.058" v="2358" actId="20577"/>
          <ac:spMkLst>
            <pc:docMk/>
            <pc:sldMk cId="3112705032" sldId="358"/>
            <ac:spMk id="2" creationId="{5930DA6F-8E02-FE92-06B2-FCE42EDDB07D}"/>
          </ac:spMkLst>
        </pc:spChg>
        <pc:spChg chg="mod">
          <ac:chgData name="Gaël Sonney" userId="9e336ed1-67b1-4474-b0e4-db9cec3afe68" providerId="ADAL" clId="{77A00D6C-777A-464B-BC84-237363DA9428}" dt="2024-04-16T19:08:29.525" v="2445" actId="15"/>
          <ac:spMkLst>
            <pc:docMk/>
            <pc:sldMk cId="3112705032" sldId="358"/>
            <ac:spMk id="3" creationId="{ECDD8913-80D5-66C0-DE37-D654360A75C4}"/>
          </ac:spMkLst>
        </pc:spChg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2755665236" sldId="379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3693580469" sldId="381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2153314333" sldId="382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303106634" sldId="383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1525042101" sldId="384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1730031259" sldId="385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269870384" sldId="387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1872610843" sldId="388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2010603482" sldId="389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1422670564" sldId="390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98975589" sldId="393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77290855" sldId="395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2335978113" sldId="396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3885600170" sldId="397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2495359110" sldId="398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3062968195" sldId="399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30676770" sldId="402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483106605" sldId="403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2081922535" sldId="404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2578400493" sldId="405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1016424598" sldId="406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530173798" sldId="407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1396192012" sldId="408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3070854686" sldId="409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4016962414" sldId="410"/>
        </pc:sldMkLst>
      </pc:sldChg>
      <pc:sldChg chg="del">
        <pc:chgData name="Gaël Sonney" userId="9e336ed1-67b1-4474-b0e4-db9cec3afe68" providerId="ADAL" clId="{77A00D6C-777A-464B-BC84-237363DA9428}" dt="2024-04-16T12:56:21.995" v="15" actId="47"/>
        <pc:sldMkLst>
          <pc:docMk/>
          <pc:sldMk cId="3588282029" sldId="4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218B3-C964-4B2C-A5FA-0E6289E029BD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E8B0B-D5D7-4D88-83E3-FE3FF33CB0C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615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9429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10826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27391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2382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14325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E4C92-B4D2-A43E-3ED1-5237A4857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24B68-77DA-F212-17CD-70069D474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8BD65-5262-BFC3-3CF3-0CEFC6F03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2FC5D-D8DE-EE5C-628E-FD7AF4D55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8931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86830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9306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97963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07482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02788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64474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14848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76818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81185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84786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44614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400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4DE0-88DE-4610-BD02-CD38DF49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5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CF7C9-0305-4CBC-8E98-2CC5250FD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285E8-1FCB-9C6D-C719-195577BF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975B0D62-DA5A-4B9E-A99D-C5E052757ED2}" type="datetime1">
              <a:rPr lang="fr-CH" smtClean="0"/>
              <a:t>24.11.2025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CD6F8-6772-ED93-2BF4-D33B7E3D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340608" cy="365125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8AE0E-7542-ADE9-9231-C9491A8E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</p:spTree>
    <p:extLst>
      <p:ext uri="{BB962C8B-B14F-4D97-AF65-F5344CB8AC3E}">
        <p14:creationId xmlns:p14="http://schemas.microsoft.com/office/powerpoint/2010/main" val="170151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print_ligh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 userDrawn="1"/>
        </p:nvGrpSpPr>
        <p:grpSpPr>
          <a:xfrm>
            <a:off x="778021" y="296687"/>
            <a:ext cx="10793490" cy="900000"/>
            <a:chOff x="577340" y="118070"/>
            <a:chExt cx="10793490" cy="979831"/>
          </a:xfrm>
        </p:grpSpPr>
        <p:grpSp>
          <p:nvGrpSpPr>
            <p:cNvPr id="2" name="Groupe 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2362" name="Rectangle 23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3" name="Rectangle 23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4" name="Rectangle 23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5" name="Rectangle 23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6" name="Rectangle 23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7" name="Rectangle 23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8" name="Rectangle 23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9" name="Rectangle 23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0" name="Rectangle 23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1" name="Rectangle 23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2" name="Rectangle 23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3" name="Rectangle 23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4" name="Rectangle 23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5" name="Rectangle 23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6" name="Rectangle 23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7" name="Rectangle 23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8" name="Rectangle 23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9" name="Rectangle 23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0" name="Rectangle 23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1" name="Rectangle 23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2" name="Rectangle 23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3" name="Rectangle 23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4" name="Rectangle 23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5" name="Rectangle 23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6" name="Rectangle 23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1" name="Rectangle 23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2356" name="Groupe 235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2357" name="Rectangle 23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58" name="Rectangle 23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2" name="Rectangle 47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3" name="Rectangle 47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4" name="Rectangle 47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5" name="Rectangle 47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6" name="Rectangle 47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7" name="Rectangle 47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8" name="Rectangle 47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9" name="Rectangle 47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0" name="Rectangle 47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1" name="Rectangle 47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2" name="Rectangle 47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3" name="Rectangle 47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4" name="Rectangle 47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5" name="Rectangle 47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6" name="Rectangle 47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7" name="Rectangle 47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8" name="Rectangle 47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9" name="Rectangle 47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0" name="Rectangle 47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1" name="Rectangle 47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2" name="Rectangle 47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3" name="Rectangle 47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4" name="Rectangle 47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5" name="Rectangle 47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36" name="Groupe 4735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4737" name="Rectangle 47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8" name="Rectangle 47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9" name="Rectangle 47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0" name="Rectangle 47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1" name="Rectangle 47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2" name="Rectangle 47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3" name="Rectangle 47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4" name="Rectangle 47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5" name="Rectangle 47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6" name="Rectangle 47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7" name="Rectangle 47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8" name="Rectangle 47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9" name="Rectangle 47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0" name="Rectangle 47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1" name="Rectangle 47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2" name="Rectangle 47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3" name="Rectangle 47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4" name="Rectangle 47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5" name="Rectangle 47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6" name="Rectangle 47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7" name="Rectangle 47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8" name="Rectangle 47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9" name="Rectangle 47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0" name="Rectangle 47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1" name="Rectangle 47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2" name="Rectangle 47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63" name="Groupe 4762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4764" name="Rectangle 47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5" name="Rectangle 47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6" name="Rectangle 47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7" name="Rectangle 47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8" name="Rectangle 47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9" name="Rectangle 47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0" name="Rectangle 47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1" name="Rectangle 47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2" name="Rectangle 47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3" name="Rectangle 47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4" name="Rectangle 47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5" name="Rectangle 47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6" name="Rectangle 47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7" name="Rectangle 47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8" name="Rectangle 47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9" name="Rectangle 47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0" name="Rectangle 47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1" name="Rectangle 47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2" name="Rectangle 47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3" name="Rectangle 47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4" name="Rectangle 47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5" name="Rectangle 47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6" name="Rectangle 47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7" name="Rectangle 47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8" name="Rectangle 47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9" name="Rectangle 47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898" name="Groupe 4897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4899" name="Rectangle 489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0" name="Rectangle 489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1" name="Rectangle 490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2" name="Rectangle 490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3" name="Rectangle 490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4" name="Rectangle 490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5" name="Rectangle 490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6" name="Rectangle 490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7" name="Rectangle 490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8" name="Rectangle 490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9" name="Rectangle 490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0" name="Rectangle 490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1" name="Rectangle 491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2" name="Rectangle 491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3" name="Rectangle 491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4" name="Rectangle 491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5" name="Rectangle 491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6" name="Rectangle 491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7" name="Rectangle 491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8" name="Rectangle 491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9" name="Rectangle 491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0" name="Rectangle 491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1" name="Rectangle 492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2" name="Rectangle 492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3" name="Rectangle 492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4" name="Rectangle 492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25" name="Groupe 4924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4926" name="Rectangle 492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7" name="Rectangle 492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8" name="Rectangle 492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9" name="Rectangle 492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0" name="Rectangle 492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1" name="Rectangle 493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2" name="Rectangle 493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3" name="Rectangle 493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4" name="Rectangle 493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5" name="Rectangle 493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6" name="Rectangle 493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7" name="Rectangle 493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8" name="Rectangle 493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9" name="Rectangle 493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0" name="Rectangle 493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1" name="Rectangle 494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2" name="Rectangle 494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3" name="Rectangle 494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4" name="Rectangle 494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5" name="Rectangle 494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6" name="Rectangle 494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7" name="Rectangle 494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8" name="Rectangle 494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9" name="Rectangle 494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0" name="Rectangle 494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1" name="Rectangle 495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52" name="Groupe 4951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4953" name="Rectangle 49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4" name="Rectangle 49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5" name="Rectangle 49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6" name="Rectangle 49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7" name="Rectangle 49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8" name="Rectangle 49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9" name="Rectangle 49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0" name="Rectangle 49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1" name="Rectangle 49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2" name="Rectangle 49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3" name="Rectangle 49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4" name="Rectangle 49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5" name="Rectangle 49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6" name="Rectangle 49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7" name="Rectangle 49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8" name="Rectangle 49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9" name="Rectangle 49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0" name="Rectangle 49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1" name="Rectangle 49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2" name="Rectangle 49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3" name="Rectangle 49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4" name="Rectangle 49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5" name="Rectangle 49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6" name="Rectangle 49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7" name="Rectangle 49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8" name="Rectangle 49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79" name="Groupe 497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4980" name="Rectangle 49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1" name="Rectangle 49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2" name="Rectangle 49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3" name="Rectangle 49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4" name="Rectangle 49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5" name="Rectangle 49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6" name="Rectangle 49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7" name="Rectangle 49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8" name="Rectangle 49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9" name="Rectangle 49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0" name="Rectangle 49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1" name="Rectangle 49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2" name="Rectangle 49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3" name="Rectangle 49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4" name="Rectangle 49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5" name="Rectangle 49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6" name="Rectangle 49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7" name="Rectangle 49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8" name="Rectangle 49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9" name="Rectangle 49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0" name="Rectangle 49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1" name="Rectangle 50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2" name="Rectangle 50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3" name="Rectangle 50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4" name="Rectangle 50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5" name="Rectangle 50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06" name="Groupe 5005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007" name="Rectangle 50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8" name="Rectangle 50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9" name="Rectangle 50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0" name="Rectangle 50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1" name="Rectangle 50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2" name="Rectangle 50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3" name="Rectangle 50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4" name="Rectangle 50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5" name="Rectangle 50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6" name="Rectangle 50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7" name="Rectangle 50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8" name="Rectangle 50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9" name="Rectangle 50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0" name="Rectangle 50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1" name="Rectangle 50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2" name="Rectangle 50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3" name="Rectangle 50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4" name="Rectangle 50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5" name="Rectangle 50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6" name="Rectangle 50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7" name="Rectangle 50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8" name="Rectangle 50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9" name="Rectangle 50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0" name="Rectangle 50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1" name="Rectangle 50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2" name="Rectangle 50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33" name="Groupe 5032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034" name="Rectangle 50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5" name="Rectangle 50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6" name="Rectangle 50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7" name="Rectangle 50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8" name="Rectangle 50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9" name="Rectangle 50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0" name="Rectangle 50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1" name="Rectangle 50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2" name="Rectangle 50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3" name="Rectangle 50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4" name="Rectangle 50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5" name="Rectangle 50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6" name="Rectangle 50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7" name="Rectangle 50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8" name="Rectangle 50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9" name="Rectangle 50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0" name="Rectangle 50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1" name="Rectangle 50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2" name="Rectangle 50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3" name="Rectangle 50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4" name="Rectangle 50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5" name="Rectangle 50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6" name="Rectangle 50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7" name="Rectangle 50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8" name="Rectangle 50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9" name="Rectangle 50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60" name="Groupe 5059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061" name="Rectangle 50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2" name="Rectangle 50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3" name="Rectangle 50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4" name="Rectangle 50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5" name="Rectangle 50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6" name="Rectangle 50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7" name="Rectangle 50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8" name="Rectangle 50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9" name="Rectangle 50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0" name="Rectangle 50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1" name="Rectangle 50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2" name="Rectangle 50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3" name="Rectangle 50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4" name="Rectangle 50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5" name="Rectangle 50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6" name="Rectangle 50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7" name="Rectangle 50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8" name="Rectangle 50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9" name="Rectangle 50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0" name="Rectangle 50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1" name="Rectangle 50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2" name="Rectangle 50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3" name="Rectangle 50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4" name="Rectangle 50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5" name="Rectangle 50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6" name="Rectangle 50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87" name="Groupe 5086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088" name="Rectangle 50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9" name="Rectangle 50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0" name="Rectangle 50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1" name="Rectangle 50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2" name="Rectangle 50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3" name="Rectangle 50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4" name="Rectangle 50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5" name="Rectangle 50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6" name="Rectangle 50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7" name="Rectangle 50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8" name="Rectangle 50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9" name="Rectangle 50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0" name="Rectangle 50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1" name="Rectangle 51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2" name="Rectangle 51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3" name="Rectangle 51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4" name="Rectangle 51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5" name="Rectangle 51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6" name="Rectangle 51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7" name="Rectangle 51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8" name="Rectangle 51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9" name="Rectangle 51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0" name="Rectangle 51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1" name="Rectangle 51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2" name="Rectangle 51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3" name="Rectangle 51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5114" name="Groupe 5113"/>
          <p:cNvGrpSpPr/>
          <p:nvPr userDrawn="1"/>
        </p:nvGrpSpPr>
        <p:grpSpPr>
          <a:xfrm>
            <a:off x="778021" y="1190492"/>
            <a:ext cx="10793490" cy="900000"/>
            <a:chOff x="577340" y="118070"/>
            <a:chExt cx="10793490" cy="979831"/>
          </a:xfrm>
        </p:grpSpPr>
        <p:grpSp>
          <p:nvGrpSpPr>
            <p:cNvPr id="5115" name="Groupe 5114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5413" name="Rectangle 54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4" name="Rectangle 54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5" name="Rectangle 54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6" name="Rectangle 54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7" name="Rectangle 54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8" name="Rectangle 54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9" name="Rectangle 54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0" name="Rectangle 54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1" name="Rectangle 54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2" name="Rectangle 54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3" name="Rectangle 54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4" name="Rectangle 54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5" name="Rectangle 54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6" name="Rectangle 54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7" name="Rectangle 54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8" name="Rectangle 54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9" name="Rectangle 54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0" name="Rectangle 54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1" name="Rectangle 54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2" name="Rectangle 54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3" name="Rectangle 54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4" name="Rectangle 54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5" name="Rectangle 54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6" name="Rectangle 54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7" name="Rectangle 54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8" name="Rectangle 54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6" name="Groupe 511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5387" name="Rectangle 53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8" name="Rectangle 53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9" name="Rectangle 53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0" name="Rectangle 53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1" name="Rectangle 53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2" name="Rectangle 53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3" name="Rectangle 53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4" name="Rectangle 53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5" name="Rectangle 53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6" name="Rectangle 53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7" name="Rectangle 53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8" name="Rectangle 53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9" name="Rectangle 53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0" name="Rectangle 53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1" name="Rectangle 54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2" name="Rectangle 54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3" name="Rectangle 54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4" name="Rectangle 54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5" name="Rectangle 54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6" name="Rectangle 54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7" name="Rectangle 54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8" name="Rectangle 54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9" name="Rectangle 54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0" name="Rectangle 54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1" name="Rectangle 54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2" name="Rectangle 54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7" name="Groupe 5116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5361" name="Rectangle 53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2" name="Rectangle 53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3" name="Rectangle 53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4" name="Rectangle 53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5" name="Rectangle 53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6" name="Rectangle 53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7" name="Rectangle 53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8" name="Rectangle 53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9" name="Rectangle 53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0" name="Rectangle 53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1" name="Rectangle 53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2" name="Rectangle 53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3" name="Rectangle 53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4" name="Rectangle 53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5" name="Rectangle 53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6" name="Rectangle 53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7" name="Rectangle 53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8" name="Rectangle 53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9" name="Rectangle 53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0" name="Rectangle 53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1" name="Rectangle 53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2" name="Rectangle 53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3" name="Rectangle 53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4" name="Rectangle 53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5" name="Rectangle 53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6" name="Rectangle 53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8" name="Groupe 5117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5335" name="Rectangle 53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6" name="Rectangle 53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7" name="Rectangle 53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8" name="Rectangle 53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9" name="Rectangle 53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0" name="Rectangle 53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1" name="Rectangle 53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2" name="Rectangle 53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3" name="Rectangle 53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4" name="Rectangle 53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5" name="Rectangle 53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6" name="Rectangle 53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7" name="Rectangle 53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8" name="Rectangle 53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9" name="Rectangle 53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0" name="Rectangle 53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1" name="Rectangle 53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2" name="Rectangle 53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3" name="Rectangle 53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4" name="Rectangle 53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5" name="Rectangle 53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6" name="Rectangle 53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7" name="Rectangle 53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8" name="Rectangle 53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9" name="Rectangle 53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0" name="Rectangle 53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9" name="Groupe 5118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5309" name="Rectangle 53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0" name="Rectangle 53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1" name="Rectangle 53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2" name="Rectangle 53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3" name="Rectangle 53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4" name="Rectangle 53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5" name="Rectangle 53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6" name="Rectangle 53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7" name="Rectangle 53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8" name="Rectangle 53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9" name="Rectangle 53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0" name="Rectangle 53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1" name="Rectangle 53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2" name="Rectangle 53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3" name="Rectangle 53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4" name="Rectangle 53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5" name="Rectangle 53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6" name="Rectangle 53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7" name="Rectangle 53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8" name="Rectangle 53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9" name="Rectangle 53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0" name="Rectangle 53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1" name="Rectangle 53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2" name="Rectangle 53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3" name="Rectangle 53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4" name="Rectangle 53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0" name="Groupe 5119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5283" name="Rectangle 52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4" name="Rectangle 52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5" name="Rectangle 52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6" name="Rectangle 52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7" name="Rectangle 52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8" name="Rectangle 52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9" name="Rectangle 52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0" name="Rectangle 52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1" name="Rectangle 52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2" name="Rectangle 52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3" name="Rectangle 52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4" name="Rectangle 52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5" name="Rectangle 52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6" name="Rectangle 52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7" name="Rectangle 52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8" name="Rectangle 52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9" name="Rectangle 52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0" name="Rectangle 52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1" name="Rectangle 53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2" name="Rectangle 53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3" name="Rectangle 53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4" name="Rectangle 53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5" name="Rectangle 53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6" name="Rectangle 53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7" name="Rectangle 53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8" name="Rectangle 53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1" name="Groupe 5120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5257" name="Rectangle 52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8" name="Rectangle 52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9" name="Rectangle 52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0" name="Rectangle 52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1" name="Rectangle 52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2" name="Rectangle 52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3" name="Rectangle 52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4" name="Rectangle 52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5" name="Rectangle 52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6" name="Rectangle 52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7" name="Rectangle 52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8" name="Rectangle 52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9" name="Rectangle 52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0" name="Rectangle 52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1" name="Rectangle 52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2" name="Rectangle 52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3" name="Rectangle 52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4" name="Rectangle 52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5" name="Rectangle 52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6" name="Rectangle 52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7" name="Rectangle 52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8" name="Rectangle 52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9" name="Rectangle 52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0" name="Rectangle 52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1" name="Rectangle 52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2" name="Rectangle 52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2" name="Groupe 5121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5231" name="Rectangle 52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2" name="Rectangle 52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3" name="Rectangle 52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4" name="Rectangle 52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5" name="Rectangle 52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6" name="Rectangle 52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7" name="Rectangle 52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8" name="Rectangle 52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9" name="Rectangle 52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0" name="Rectangle 52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1" name="Rectangle 52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2" name="Rectangle 52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3" name="Rectangle 52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4" name="Rectangle 52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5" name="Rectangle 52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6" name="Rectangle 52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7" name="Rectangle 52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8" name="Rectangle 52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9" name="Rectangle 52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0" name="Rectangle 52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1" name="Rectangle 52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2" name="Rectangle 52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3" name="Rectangle 52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4" name="Rectangle 52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5" name="Rectangle 52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6" name="Rectangle 52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3" name="Groupe 5122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205" name="Rectangle 52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6" name="Rectangle 52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7" name="Rectangle 52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8" name="Rectangle 52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9" name="Rectangle 52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0" name="Rectangle 52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1" name="Rectangle 52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2" name="Rectangle 52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3" name="Rectangle 52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4" name="Rectangle 52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5" name="Rectangle 52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6" name="Rectangle 52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7" name="Rectangle 52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8" name="Rectangle 52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9" name="Rectangle 52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0" name="Rectangle 52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1" name="Rectangle 52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2" name="Rectangle 52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3" name="Rectangle 52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4" name="Rectangle 52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5" name="Rectangle 52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6" name="Rectangle 52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7" name="Rectangle 52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8" name="Rectangle 52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9" name="Rectangle 52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0" name="Rectangle 52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4" name="Groupe 5123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179" name="Rectangle 51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0" name="Rectangle 51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1" name="Rectangle 51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2" name="Rectangle 51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3" name="Rectangle 51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4" name="Rectangle 51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5" name="Rectangle 51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6" name="Rectangle 51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7" name="Rectangle 51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8" name="Rectangle 51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9" name="Rectangle 51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0" name="Rectangle 51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1" name="Rectangle 51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2" name="Rectangle 51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3" name="Rectangle 51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4" name="Rectangle 51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5" name="Rectangle 51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6" name="Rectangle 51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7" name="Rectangle 51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8" name="Rectangle 51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9" name="Rectangle 51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0" name="Rectangle 51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1" name="Rectangle 52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2" name="Rectangle 52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3" name="Rectangle 52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4" name="Rectangle 52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5" name="Groupe 5124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153" name="Rectangle 51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4" name="Rectangle 51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5" name="Rectangle 51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6" name="Rectangle 51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7" name="Rectangle 51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8" name="Rectangle 51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9" name="Rectangle 51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0" name="Rectangle 51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1" name="Rectangle 51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2" name="Rectangle 51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3" name="Rectangle 51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4" name="Rectangle 51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5" name="Rectangle 51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6" name="Rectangle 51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7" name="Rectangle 51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8" name="Rectangle 51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9" name="Rectangle 51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0" name="Rectangle 51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1" name="Rectangle 51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2" name="Rectangle 51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3" name="Rectangle 51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4" name="Rectangle 51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5" name="Rectangle 51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6" name="Rectangle 51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7" name="Rectangle 51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8" name="Rectangle 51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6" name="Groupe 5125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127" name="Rectangle 512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8" name="Rectangle 512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9" name="Rectangle 512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0" name="Rectangle 512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1" name="Rectangle 513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2" name="Rectangle 513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3" name="Rectangle 513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4" name="Rectangle 513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5" name="Rectangle 513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6" name="Rectangle 513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7" name="Rectangle 513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8" name="Rectangle 513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9" name="Rectangle 513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0" name="Rectangle 513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1" name="Rectangle 514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2" name="Rectangle 514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3" name="Rectangle 514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4" name="Rectangle 514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5" name="Rectangle 514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6" name="Rectangle 514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7" name="Rectangle 514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8" name="Rectangle 514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9" name="Rectangle 514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0" name="Rectangle 514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1" name="Rectangle 515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2" name="Rectangle 515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cxnSp>
        <p:nvCxnSpPr>
          <p:cNvPr id="6" name="Connecteur droit 5"/>
          <p:cNvCxnSpPr/>
          <p:nvPr userDrawn="1"/>
        </p:nvCxnSpPr>
        <p:spPr>
          <a:xfrm>
            <a:off x="6174766" y="0"/>
            <a:ext cx="0" cy="14224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91" name="Groupe 7090"/>
          <p:cNvGrpSpPr/>
          <p:nvPr userDrawn="1"/>
        </p:nvGrpSpPr>
        <p:grpSpPr>
          <a:xfrm>
            <a:off x="778021" y="2090491"/>
            <a:ext cx="10793490" cy="900000"/>
            <a:chOff x="577340" y="118070"/>
            <a:chExt cx="10793490" cy="979831"/>
          </a:xfrm>
        </p:grpSpPr>
        <p:grpSp>
          <p:nvGrpSpPr>
            <p:cNvPr id="7092" name="Groupe 70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390" name="Rectangle 73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1" name="Rectangle 73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2" name="Rectangle 73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3" name="Rectangle 73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4" name="Rectangle 73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5" name="Rectangle 73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6" name="Rectangle 73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7" name="Rectangle 73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8" name="Rectangle 73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9" name="Rectangle 73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0" name="Rectangle 73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1" name="Rectangle 74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2" name="Rectangle 74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3" name="Rectangle 74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4" name="Rectangle 74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5" name="Rectangle 74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6" name="Rectangle 74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7" name="Rectangle 74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8" name="Rectangle 74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9" name="Rectangle 74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0" name="Rectangle 74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1" name="Rectangle 74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2" name="Rectangle 74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3" name="Rectangle 74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4" name="Rectangle 74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5" name="Rectangle 74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3" name="Groupe 70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364" name="Rectangle 73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5" name="Rectangle 73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6" name="Rectangle 73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7" name="Rectangle 73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8" name="Rectangle 73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9" name="Rectangle 73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0" name="Rectangle 73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1" name="Rectangle 73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2" name="Rectangle 73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3" name="Rectangle 73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4" name="Rectangle 73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5" name="Rectangle 73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6" name="Rectangle 73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7" name="Rectangle 73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8" name="Rectangle 73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9" name="Rectangle 73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0" name="Rectangle 73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1" name="Rectangle 73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2" name="Rectangle 73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3" name="Rectangle 73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4" name="Rectangle 73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5" name="Rectangle 73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6" name="Rectangle 73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7" name="Rectangle 73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8" name="Rectangle 73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9" name="Rectangle 73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4" name="Groupe 70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338" name="Rectangle 73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9" name="Rectangle 73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0" name="Rectangle 73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1" name="Rectangle 73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2" name="Rectangle 73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3" name="Rectangle 73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4" name="Rectangle 73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5" name="Rectangle 73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6" name="Rectangle 73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7" name="Rectangle 73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8" name="Rectangle 73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9" name="Rectangle 73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0" name="Rectangle 73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1" name="Rectangle 73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2" name="Rectangle 73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3" name="Rectangle 73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4" name="Rectangle 73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5" name="Rectangle 73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6" name="Rectangle 73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7" name="Rectangle 73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8" name="Rectangle 73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9" name="Rectangle 73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0" name="Rectangle 73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1" name="Rectangle 73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2" name="Rectangle 73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3" name="Rectangle 73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5" name="Groupe 70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312" name="Rectangle 73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3" name="Rectangle 73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4" name="Rectangle 73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5" name="Rectangle 73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6" name="Rectangle 73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7" name="Rectangle 73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8" name="Rectangle 73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9" name="Rectangle 73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0" name="Rectangle 73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1" name="Rectangle 73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2" name="Rectangle 73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3" name="Rectangle 73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4" name="Rectangle 73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5" name="Rectangle 73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6" name="Rectangle 73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7" name="Rectangle 73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8" name="Rectangle 73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9" name="Rectangle 73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0" name="Rectangle 73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1" name="Rectangle 73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2" name="Rectangle 73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3" name="Rectangle 73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4" name="Rectangle 73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5" name="Rectangle 73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6" name="Rectangle 73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7" name="Rectangle 73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6" name="Groupe 70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286" name="Rectangle 72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7" name="Rectangle 72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8" name="Rectangle 72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9" name="Rectangle 72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0" name="Rectangle 72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1" name="Rectangle 72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2" name="Rectangle 72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3" name="Rectangle 72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4" name="Rectangle 72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5" name="Rectangle 72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6" name="Rectangle 72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7" name="Rectangle 72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8" name="Rectangle 72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9" name="Rectangle 72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0" name="Rectangle 72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1" name="Rectangle 73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2" name="Rectangle 73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3" name="Rectangle 73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4" name="Rectangle 73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5" name="Rectangle 73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6" name="Rectangle 73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7" name="Rectangle 73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8" name="Rectangle 73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9" name="Rectangle 73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0" name="Rectangle 73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1" name="Rectangle 73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7" name="Groupe 70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260" name="Rectangle 72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1" name="Rectangle 72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2" name="Rectangle 72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3" name="Rectangle 72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4" name="Rectangle 72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5" name="Rectangle 72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6" name="Rectangle 72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7" name="Rectangle 72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8" name="Rectangle 72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9" name="Rectangle 72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0" name="Rectangle 72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1" name="Rectangle 72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2" name="Rectangle 72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3" name="Rectangle 72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4" name="Rectangle 72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5" name="Rectangle 72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6" name="Rectangle 72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7" name="Rectangle 72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8" name="Rectangle 72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9" name="Rectangle 72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0" name="Rectangle 72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1" name="Rectangle 72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2" name="Rectangle 72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3" name="Rectangle 72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4" name="Rectangle 72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5" name="Rectangle 72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8" name="Groupe 70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234" name="Rectangle 72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5" name="Rectangle 72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6" name="Rectangle 72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7" name="Rectangle 72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8" name="Rectangle 72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9" name="Rectangle 72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0" name="Rectangle 72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1" name="Rectangle 72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2" name="Rectangle 72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3" name="Rectangle 72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4" name="Rectangle 72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5" name="Rectangle 72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6" name="Rectangle 72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7" name="Rectangle 72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8" name="Rectangle 72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9" name="Rectangle 72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0" name="Rectangle 72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1" name="Rectangle 72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2" name="Rectangle 72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3" name="Rectangle 72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4" name="Rectangle 72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5" name="Rectangle 72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6" name="Rectangle 72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7" name="Rectangle 72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8" name="Rectangle 72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9" name="Rectangle 72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9" name="Groupe 70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208" name="Rectangle 72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9" name="Rectangle 72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0" name="Rectangle 72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1" name="Rectangle 72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2" name="Rectangle 72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3" name="Rectangle 72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4" name="Rectangle 72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5" name="Rectangle 72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6" name="Rectangle 72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7" name="Rectangle 72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8" name="Rectangle 72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9" name="Rectangle 72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0" name="Rectangle 72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1" name="Rectangle 72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2" name="Rectangle 72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3" name="Rectangle 72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4" name="Rectangle 72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5" name="Rectangle 72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6" name="Rectangle 72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7" name="Rectangle 72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8" name="Rectangle 72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9" name="Rectangle 72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0" name="Rectangle 72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1" name="Rectangle 72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2" name="Rectangle 72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3" name="Rectangle 72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0" name="Groupe 70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182" name="Rectangle 71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3" name="Rectangle 71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4" name="Rectangle 71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5" name="Rectangle 71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6" name="Rectangle 71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7" name="Rectangle 71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8" name="Rectangle 71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9" name="Rectangle 71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0" name="Rectangle 71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1" name="Rectangle 71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2" name="Rectangle 71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3" name="Rectangle 71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4" name="Rectangle 71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5" name="Rectangle 71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6" name="Rectangle 71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7" name="Rectangle 71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8" name="Rectangle 71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9" name="Rectangle 71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0" name="Rectangle 71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1" name="Rectangle 72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2" name="Rectangle 72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3" name="Rectangle 72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4" name="Rectangle 72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5" name="Rectangle 72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6" name="Rectangle 72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7" name="Rectangle 72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1" name="Groupe 71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156" name="Rectangle 71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7" name="Rectangle 71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8" name="Rectangle 71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9" name="Rectangle 71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0" name="Rectangle 71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1" name="Rectangle 71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2" name="Rectangle 71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3" name="Rectangle 71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4" name="Rectangle 71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5" name="Rectangle 71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6" name="Rectangle 71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7" name="Rectangle 71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8" name="Rectangle 71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9" name="Rectangle 71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0" name="Rectangle 71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1" name="Rectangle 71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2" name="Rectangle 71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3" name="Rectangle 71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4" name="Rectangle 71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5" name="Rectangle 71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6" name="Rectangle 71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7" name="Rectangle 71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8" name="Rectangle 71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9" name="Rectangle 71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0" name="Rectangle 71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1" name="Rectangle 71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2" name="Groupe 71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130" name="Rectangle 71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1" name="Rectangle 71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2" name="Rectangle 71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3" name="Rectangle 71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4" name="Rectangle 71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5" name="Rectangle 71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6" name="Rectangle 71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7" name="Rectangle 71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8" name="Rectangle 71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9" name="Rectangle 71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0" name="Rectangle 71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1" name="Rectangle 71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2" name="Rectangle 71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3" name="Rectangle 71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4" name="Rectangle 71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5" name="Rectangle 71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6" name="Rectangle 71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7" name="Rectangle 71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8" name="Rectangle 71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9" name="Rectangle 71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0" name="Rectangle 71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1" name="Rectangle 71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2" name="Rectangle 71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3" name="Rectangle 71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4" name="Rectangle 71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5" name="Rectangle 71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3" name="Groupe 71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104" name="Rectangle 71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5" name="Rectangle 71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6" name="Rectangle 71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7" name="Rectangle 71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8" name="Rectangle 71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9" name="Rectangle 71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0" name="Rectangle 71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1" name="Rectangle 71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2" name="Rectangle 71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3" name="Rectangle 71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4" name="Rectangle 71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5" name="Rectangle 71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6" name="Rectangle 71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7" name="Rectangle 71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8" name="Rectangle 71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9" name="Rectangle 71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0" name="Rectangle 71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1" name="Rectangle 71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2" name="Rectangle 71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3" name="Rectangle 71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4" name="Rectangle 71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5" name="Rectangle 71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6" name="Rectangle 71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7" name="Rectangle 71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8" name="Rectangle 71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9" name="Rectangle 71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416" name="Groupe 7415"/>
          <p:cNvGrpSpPr/>
          <p:nvPr userDrawn="1"/>
        </p:nvGrpSpPr>
        <p:grpSpPr>
          <a:xfrm>
            <a:off x="778021" y="2984296"/>
            <a:ext cx="10793490" cy="900000"/>
            <a:chOff x="577340" y="118070"/>
            <a:chExt cx="10793490" cy="979831"/>
          </a:xfrm>
        </p:grpSpPr>
        <p:grpSp>
          <p:nvGrpSpPr>
            <p:cNvPr id="7417" name="Groupe 741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715" name="Rectangle 771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6" name="Rectangle 771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7" name="Rectangle 771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8" name="Rectangle 771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9" name="Rectangle 771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0" name="Rectangle 771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1" name="Rectangle 772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2" name="Rectangle 772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3" name="Rectangle 772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4" name="Rectangle 772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5" name="Rectangle 772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6" name="Rectangle 772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7" name="Rectangle 772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8" name="Rectangle 772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9" name="Rectangle 772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0" name="Rectangle 772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1" name="Rectangle 773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2" name="Rectangle 773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3" name="Rectangle 773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4" name="Rectangle 773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5" name="Rectangle 773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6" name="Rectangle 773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7" name="Rectangle 773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8" name="Rectangle 773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9" name="Rectangle 773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40" name="Rectangle 773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8" name="Groupe 741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689" name="Rectangle 768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0" name="Rectangle 768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1" name="Rectangle 769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2" name="Rectangle 769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3" name="Rectangle 769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4" name="Rectangle 769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5" name="Rectangle 769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6" name="Rectangle 769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7" name="Rectangle 769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8" name="Rectangle 769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9" name="Rectangle 769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0" name="Rectangle 769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1" name="Rectangle 770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2" name="Rectangle 770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3" name="Rectangle 770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4" name="Rectangle 770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5" name="Rectangle 770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6" name="Rectangle 770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7" name="Rectangle 770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8" name="Rectangle 770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9" name="Rectangle 770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0" name="Rectangle 770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1" name="Rectangle 771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2" name="Rectangle 771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3" name="Rectangle 771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4" name="Rectangle 771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9" name="Groupe 741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663" name="Rectangle 766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4" name="Rectangle 766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5" name="Rectangle 766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6" name="Rectangle 766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7" name="Rectangle 766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8" name="Rectangle 766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9" name="Rectangle 766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0" name="Rectangle 766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1" name="Rectangle 767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2" name="Rectangle 767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3" name="Rectangle 767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4" name="Rectangle 767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5" name="Rectangle 767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6" name="Rectangle 767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7" name="Rectangle 767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8" name="Rectangle 767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9" name="Rectangle 767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0" name="Rectangle 767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1" name="Rectangle 768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2" name="Rectangle 768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3" name="Rectangle 768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4" name="Rectangle 768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5" name="Rectangle 768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6" name="Rectangle 768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7" name="Rectangle 768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8" name="Rectangle 768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0" name="Groupe 741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637" name="Rectangle 76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8" name="Rectangle 76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9" name="Rectangle 76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0" name="Rectangle 76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1" name="Rectangle 76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2" name="Rectangle 76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3" name="Rectangle 76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4" name="Rectangle 76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5" name="Rectangle 76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6" name="Rectangle 76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7" name="Rectangle 76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8" name="Rectangle 76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9" name="Rectangle 76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0" name="Rectangle 76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1" name="Rectangle 76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2" name="Rectangle 76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3" name="Rectangle 76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4" name="Rectangle 76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5" name="Rectangle 76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6" name="Rectangle 76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7" name="Rectangle 76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8" name="Rectangle 76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9" name="Rectangle 76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0" name="Rectangle 76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1" name="Rectangle 76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2" name="Rectangle 76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1" name="Groupe 742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611" name="Rectangle 761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2" name="Rectangle 761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3" name="Rectangle 761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4" name="Rectangle 761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5" name="Rectangle 761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6" name="Rectangle 761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7" name="Rectangle 761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8" name="Rectangle 761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9" name="Rectangle 761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0" name="Rectangle 761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1" name="Rectangle 762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2" name="Rectangle 762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3" name="Rectangle 762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4" name="Rectangle 762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5" name="Rectangle 762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6" name="Rectangle 762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7" name="Rectangle 762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8" name="Rectangle 762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9" name="Rectangle 762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0" name="Rectangle 762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1" name="Rectangle 763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2" name="Rectangle 763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3" name="Rectangle 763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4" name="Rectangle 763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5" name="Rectangle 763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6" name="Rectangle 763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2" name="Groupe 742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585" name="Rectangle 758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6" name="Rectangle 758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7" name="Rectangle 758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8" name="Rectangle 758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9" name="Rectangle 758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0" name="Rectangle 758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1" name="Rectangle 759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2" name="Rectangle 759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3" name="Rectangle 759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4" name="Rectangle 759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5" name="Rectangle 759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6" name="Rectangle 759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7" name="Rectangle 759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8" name="Rectangle 759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9" name="Rectangle 759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0" name="Rectangle 759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1" name="Rectangle 760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2" name="Rectangle 760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3" name="Rectangle 760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4" name="Rectangle 760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5" name="Rectangle 760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6" name="Rectangle 760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7" name="Rectangle 760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8" name="Rectangle 760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9" name="Rectangle 760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0" name="Rectangle 760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3" name="Groupe 742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559" name="Rectangle 755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0" name="Rectangle 755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1" name="Rectangle 756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2" name="Rectangle 756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3" name="Rectangle 756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4" name="Rectangle 756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5" name="Rectangle 756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6" name="Rectangle 756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7" name="Rectangle 756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8" name="Rectangle 756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9" name="Rectangle 756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0" name="Rectangle 756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1" name="Rectangle 757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2" name="Rectangle 757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3" name="Rectangle 757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4" name="Rectangle 757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5" name="Rectangle 757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6" name="Rectangle 757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7" name="Rectangle 757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8" name="Rectangle 757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9" name="Rectangle 757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0" name="Rectangle 757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1" name="Rectangle 758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2" name="Rectangle 758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3" name="Rectangle 758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4" name="Rectangle 758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4" name="Groupe 742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533" name="Rectangle 753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4" name="Rectangle 753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5" name="Rectangle 753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6" name="Rectangle 753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7" name="Rectangle 753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8" name="Rectangle 753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9" name="Rectangle 753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0" name="Rectangle 753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1" name="Rectangle 754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2" name="Rectangle 754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3" name="Rectangle 754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4" name="Rectangle 754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5" name="Rectangle 754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6" name="Rectangle 754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7" name="Rectangle 754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8" name="Rectangle 754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9" name="Rectangle 754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0" name="Rectangle 754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1" name="Rectangle 755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2" name="Rectangle 755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3" name="Rectangle 755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4" name="Rectangle 755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5" name="Rectangle 755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6" name="Rectangle 755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7" name="Rectangle 755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8" name="Rectangle 755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5" name="Groupe 742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507" name="Rectangle 75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8" name="Rectangle 75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9" name="Rectangle 75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0" name="Rectangle 75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1" name="Rectangle 75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2" name="Rectangle 75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3" name="Rectangle 75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4" name="Rectangle 75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5" name="Rectangle 75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6" name="Rectangle 75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7" name="Rectangle 75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8" name="Rectangle 75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9" name="Rectangle 75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0" name="Rectangle 75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1" name="Rectangle 75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2" name="Rectangle 75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3" name="Rectangle 75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4" name="Rectangle 75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5" name="Rectangle 75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6" name="Rectangle 75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7" name="Rectangle 75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8" name="Rectangle 75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9" name="Rectangle 75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0" name="Rectangle 75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1" name="Rectangle 75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2" name="Rectangle 75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6" name="Groupe 742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481" name="Rectangle 748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2" name="Rectangle 748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3" name="Rectangle 748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4" name="Rectangle 748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5" name="Rectangle 748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6" name="Rectangle 748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7" name="Rectangle 748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8" name="Rectangle 748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9" name="Rectangle 748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0" name="Rectangle 748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1" name="Rectangle 749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2" name="Rectangle 749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3" name="Rectangle 749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4" name="Rectangle 749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5" name="Rectangle 749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6" name="Rectangle 749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7" name="Rectangle 749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8" name="Rectangle 749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9" name="Rectangle 749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0" name="Rectangle 749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1" name="Rectangle 750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2" name="Rectangle 750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3" name="Rectangle 750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4" name="Rectangle 750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5" name="Rectangle 750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6" name="Rectangle 750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7" name="Groupe 742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455" name="Rectangle 745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6" name="Rectangle 745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7" name="Rectangle 745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8" name="Rectangle 745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9" name="Rectangle 745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0" name="Rectangle 745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1" name="Rectangle 746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2" name="Rectangle 746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3" name="Rectangle 746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4" name="Rectangle 746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5" name="Rectangle 746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6" name="Rectangle 746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7" name="Rectangle 746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8" name="Rectangle 746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9" name="Rectangle 746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0" name="Rectangle 746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1" name="Rectangle 747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2" name="Rectangle 747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3" name="Rectangle 747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4" name="Rectangle 747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5" name="Rectangle 747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6" name="Rectangle 747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7" name="Rectangle 747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8" name="Rectangle 747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9" name="Rectangle 747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0" name="Rectangle 747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8" name="Groupe 742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429" name="Rectangle 742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0" name="Rectangle 742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1" name="Rectangle 743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2" name="Rectangle 743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3" name="Rectangle 743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4" name="Rectangle 743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5" name="Rectangle 743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6" name="Rectangle 743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7" name="Rectangle 743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8" name="Rectangle 743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9" name="Rectangle 743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0" name="Rectangle 743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1" name="Rectangle 744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2" name="Rectangle 744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3" name="Rectangle 744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4" name="Rectangle 744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5" name="Rectangle 744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6" name="Rectangle 744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7" name="Rectangle 744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8" name="Rectangle 744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9" name="Rectangle 744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0" name="Rectangle 744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1" name="Rectangle 745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2" name="Rectangle 745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3" name="Rectangle 745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4" name="Rectangle 745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741" name="Groupe 7740"/>
          <p:cNvGrpSpPr/>
          <p:nvPr userDrawn="1"/>
        </p:nvGrpSpPr>
        <p:grpSpPr>
          <a:xfrm>
            <a:off x="778021" y="3877747"/>
            <a:ext cx="10793490" cy="900000"/>
            <a:chOff x="577340" y="118070"/>
            <a:chExt cx="10793490" cy="979831"/>
          </a:xfrm>
        </p:grpSpPr>
        <p:grpSp>
          <p:nvGrpSpPr>
            <p:cNvPr id="7742" name="Groupe 774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040" name="Rectangle 803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1" name="Rectangle 804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2" name="Rectangle 804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3" name="Rectangle 804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4" name="Rectangle 804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5" name="Rectangle 804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6" name="Rectangle 804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7" name="Rectangle 804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8" name="Rectangle 804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9" name="Rectangle 804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0" name="Rectangle 804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1" name="Rectangle 805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2" name="Rectangle 805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3" name="Rectangle 805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4" name="Rectangle 805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5" name="Rectangle 805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6" name="Rectangle 805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7" name="Rectangle 805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8" name="Rectangle 805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9" name="Rectangle 805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0" name="Rectangle 805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1" name="Rectangle 806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2" name="Rectangle 806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3" name="Rectangle 806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4" name="Rectangle 806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5" name="Rectangle 806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3" name="Groupe 774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014" name="Rectangle 801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5" name="Rectangle 801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6" name="Rectangle 801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7" name="Rectangle 801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8" name="Rectangle 801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9" name="Rectangle 801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0" name="Rectangle 801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1" name="Rectangle 802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2" name="Rectangle 802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3" name="Rectangle 802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4" name="Rectangle 802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5" name="Rectangle 802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6" name="Rectangle 802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7" name="Rectangle 802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8" name="Rectangle 802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9" name="Rectangle 802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0" name="Rectangle 802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1" name="Rectangle 803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2" name="Rectangle 803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3" name="Rectangle 803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4" name="Rectangle 803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5" name="Rectangle 803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6" name="Rectangle 803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7" name="Rectangle 803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8" name="Rectangle 803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9" name="Rectangle 803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4" name="Groupe 774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988" name="Rectangle 79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9" name="Rectangle 79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0" name="Rectangle 79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1" name="Rectangle 79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2" name="Rectangle 79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3" name="Rectangle 79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4" name="Rectangle 79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5" name="Rectangle 79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6" name="Rectangle 79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7" name="Rectangle 79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8" name="Rectangle 79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9" name="Rectangle 79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0" name="Rectangle 79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1" name="Rectangle 80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2" name="Rectangle 80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3" name="Rectangle 80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4" name="Rectangle 80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5" name="Rectangle 80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6" name="Rectangle 80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7" name="Rectangle 80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8" name="Rectangle 80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9" name="Rectangle 80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0" name="Rectangle 80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1" name="Rectangle 80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2" name="Rectangle 80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3" name="Rectangle 80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5" name="Groupe 774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962" name="Rectangle 79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3" name="Rectangle 79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4" name="Rectangle 79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5" name="Rectangle 79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6" name="Rectangle 79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7" name="Rectangle 79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8" name="Rectangle 79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9" name="Rectangle 79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0" name="Rectangle 79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1" name="Rectangle 79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2" name="Rectangle 79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3" name="Rectangle 79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4" name="Rectangle 79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5" name="Rectangle 79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6" name="Rectangle 79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7" name="Rectangle 79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8" name="Rectangle 79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9" name="Rectangle 79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0" name="Rectangle 79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1" name="Rectangle 79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2" name="Rectangle 79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3" name="Rectangle 79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4" name="Rectangle 79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5" name="Rectangle 79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6" name="Rectangle 79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7" name="Rectangle 798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6" name="Groupe 774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936" name="Rectangle 793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7" name="Rectangle 793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8" name="Rectangle 793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9" name="Rectangle 793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0" name="Rectangle 793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1" name="Rectangle 794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2" name="Rectangle 794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3" name="Rectangle 794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4" name="Rectangle 794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5" name="Rectangle 794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6" name="Rectangle 794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7" name="Rectangle 794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8" name="Rectangle 794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9" name="Rectangle 794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0" name="Rectangle 794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1" name="Rectangle 795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2" name="Rectangle 795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3" name="Rectangle 795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4" name="Rectangle 795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5" name="Rectangle 795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6" name="Rectangle 795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7" name="Rectangle 795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8" name="Rectangle 795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9" name="Rectangle 795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0" name="Rectangle 795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1" name="Rectangle 79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7" name="Groupe 774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910" name="Rectangle 790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1" name="Rectangle 791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2" name="Rectangle 79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3" name="Rectangle 79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4" name="Rectangle 79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5" name="Rectangle 79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6" name="Rectangle 79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7" name="Rectangle 79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8" name="Rectangle 79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9" name="Rectangle 79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0" name="Rectangle 79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1" name="Rectangle 79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2" name="Rectangle 79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3" name="Rectangle 79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4" name="Rectangle 79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5" name="Rectangle 79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6" name="Rectangle 79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7" name="Rectangle 79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8" name="Rectangle 79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9" name="Rectangle 79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0" name="Rectangle 79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1" name="Rectangle 79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2" name="Rectangle 79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3" name="Rectangle 79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4" name="Rectangle 79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5" name="Rectangle 79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8" name="Groupe 774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884" name="Rectangle 788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5" name="Rectangle 788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6" name="Rectangle 788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7" name="Rectangle 788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8" name="Rectangle 788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9" name="Rectangle 788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0" name="Rectangle 788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1" name="Rectangle 789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2" name="Rectangle 789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3" name="Rectangle 789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4" name="Rectangle 789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5" name="Rectangle 789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6" name="Rectangle 789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7" name="Rectangle 789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8" name="Rectangle 789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9" name="Rectangle 789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0" name="Rectangle 789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1" name="Rectangle 790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2" name="Rectangle 790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3" name="Rectangle 790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4" name="Rectangle 790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5" name="Rectangle 790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6" name="Rectangle 790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7" name="Rectangle 790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8" name="Rectangle 790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9" name="Rectangle 790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9" name="Groupe 774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858" name="Rectangle 785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9" name="Rectangle 785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0" name="Rectangle 785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1" name="Rectangle 786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2" name="Rectangle 786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3" name="Rectangle 786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4" name="Rectangle 786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5" name="Rectangle 786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6" name="Rectangle 786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7" name="Rectangle 786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8" name="Rectangle 786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9" name="Rectangle 786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0" name="Rectangle 786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1" name="Rectangle 787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2" name="Rectangle 787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3" name="Rectangle 787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4" name="Rectangle 787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5" name="Rectangle 787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6" name="Rectangle 787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7" name="Rectangle 787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8" name="Rectangle 787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9" name="Rectangle 787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0" name="Rectangle 787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1" name="Rectangle 788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2" name="Rectangle 788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3" name="Rectangle 788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0" name="Groupe 774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832" name="Rectangle 783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3" name="Rectangle 783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4" name="Rectangle 783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5" name="Rectangle 783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6" name="Rectangle 783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7" name="Rectangle 783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8" name="Rectangle 783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9" name="Rectangle 783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0" name="Rectangle 783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1" name="Rectangle 784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2" name="Rectangle 784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3" name="Rectangle 784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4" name="Rectangle 784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5" name="Rectangle 784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6" name="Rectangle 784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7" name="Rectangle 784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8" name="Rectangle 784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9" name="Rectangle 784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0" name="Rectangle 784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1" name="Rectangle 785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2" name="Rectangle 785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3" name="Rectangle 785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4" name="Rectangle 785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5" name="Rectangle 785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6" name="Rectangle 785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7" name="Rectangle 785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1" name="Groupe 775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806" name="Rectangle 780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7" name="Rectangle 780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8" name="Rectangle 780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9" name="Rectangle 780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0" name="Rectangle 780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1" name="Rectangle 781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2" name="Rectangle 781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3" name="Rectangle 781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4" name="Rectangle 781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5" name="Rectangle 781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6" name="Rectangle 781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7" name="Rectangle 781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8" name="Rectangle 781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9" name="Rectangle 781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0" name="Rectangle 781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1" name="Rectangle 782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2" name="Rectangle 782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3" name="Rectangle 782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4" name="Rectangle 782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5" name="Rectangle 782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6" name="Rectangle 782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7" name="Rectangle 782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8" name="Rectangle 782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9" name="Rectangle 782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0" name="Rectangle 782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1" name="Rectangle 783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2" name="Groupe 775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780" name="Rectangle 77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1" name="Rectangle 77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2" name="Rectangle 77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3" name="Rectangle 77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4" name="Rectangle 77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5" name="Rectangle 77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6" name="Rectangle 77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7" name="Rectangle 77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8" name="Rectangle 77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9" name="Rectangle 77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0" name="Rectangle 77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1" name="Rectangle 77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2" name="Rectangle 77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3" name="Rectangle 77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4" name="Rectangle 77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5" name="Rectangle 77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6" name="Rectangle 77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7" name="Rectangle 77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8" name="Rectangle 77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9" name="Rectangle 77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0" name="Rectangle 77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1" name="Rectangle 78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2" name="Rectangle 78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3" name="Rectangle 78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4" name="Rectangle 78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5" name="Rectangle 78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3" name="Groupe 775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754" name="Rectangle 775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5" name="Rectangle 775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6" name="Rectangle 775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7" name="Rectangle 775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8" name="Rectangle 775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9" name="Rectangle 775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0" name="Rectangle 775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1" name="Rectangle 776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2" name="Rectangle 776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3" name="Rectangle 776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4" name="Rectangle 776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5" name="Rectangle 776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6" name="Rectangle 776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7" name="Rectangle 776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8" name="Rectangle 776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9" name="Rectangle 776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0" name="Rectangle 776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1" name="Rectangle 777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2" name="Rectangle 777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3" name="Rectangle 777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4" name="Rectangle 777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5" name="Rectangle 777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6" name="Rectangle 777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7" name="Rectangle 777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8" name="Rectangle 777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9" name="Rectangle 777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066" name="Groupe 8065"/>
          <p:cNvGrpSpPr/>
          <p:nvPr userDrawn="1"/>
        </p:nvGrpSpPr>
        <p:grpSpPr>
          <a:xfrm>
            <a:off x="778021" y="4777746"/>
            <a:ext cx="10793490" cy="900000"/>
            <a:chOff x="577340" y="118070"/>
            <a:chExt cx="10793490" cy="979831"/>
          </a:xfrm>
        </p:grpSpPr>
        <p:grpSp>
          <p:nvGrpSpPr>
            <p:cNvPr id="8067" name="Groupe 806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365" name="Rectangle 836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6" name="Rectangle 836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7" name="Rectangle 836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8" name="Rectangle 836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9" name="Rectangle 836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0" name="Rectangle 836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1" name="Rectangle 837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2" name="Rectangle 837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3" name="Rectangle 837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4" name="Rectangle 837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5" name="Rectangle 837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6" name="Rectangle 837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7" name="Rectangle 837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8" name="Rectangle 837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9" name="Rectangle 837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0" name="Rectangle 837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1" name="Rectangle 838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2" name="Rectangle 838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3" name="Rectangle 838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4" name="Rectangle 838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5" name="Rectangle 838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6" name="Rectangle 838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7" name="Rectangle 838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8" name="Rectangle 838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9" name="Rectangle 838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90" name="Rectangle 838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8" name="Groupe 806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339" name="Rectangle 833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0" name="Rectangle 833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1" name="Rectangle 834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2" name="Rectangle 834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3" name="Rectangle 834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4" name="Rectangle 834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5" name="Rectangle 834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6" name="Rectangle 834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7" name="Rectangle 834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8" name="Rectangle 834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9" name="Rectangle 834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0" name="Rectangle 834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1" name="Rectangle 835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2" name="Rectangle 835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3" name="Rectangle 835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4" name="Rectangle 835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5" name="Rectangle 835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6" name="Rectangle 835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7" name="Rectangle 835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8" name="Rectangle 835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9" name="Rectangle 835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0" name="Rectangle 835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1" name="Rectangle 836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2" name="Rectangle 836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3" name="Rectangle 836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4" name="Rectangle 836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9" name="Groupe 806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313" name="Rectangle 83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4" name="Rectangle 83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5" name="Rectangle 83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6" name="Rectangle 83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7" name="Rectangle 83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8" name="Rectangle 83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9" name="Rectangle 83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0" name="Rectangle 83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1" name="Rectangle 83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2" name="Rectangle 83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3" name="Rectangle 83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4" name="Rectangle 83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5" name="Rectangle 83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6" name="Rectangle 83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7" name="Rectangle 83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8" name="Rectangle 83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9" name="Rectangle 83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0" name="Rectangle 83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1" name="Rectangle 83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2" name="Rectangle 83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3" name="Rectangle 83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4" name="Rectangle 83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5" name="Rectangle 83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6" name="Rectangle 83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7" name="Rectangle 83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8" name="Rectangle 83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0" name="Groupe 806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287" name="Rectangle 82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8" name="Rectangle 82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9" name="Rectangle 82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0" name="Rectangle 82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1" name="Rectangle 82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2" name="Rectangle 82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3" name="Rectangle 82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4" name="Rectangle 82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5" name="Rectangle 82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6" name="Rectangle 82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7" name="Rectangle 82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8" name="Rectangle 82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9" name="Rectangle 82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0" name="Rectangle 82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1" name="Rectangle 83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2" name="Rectangle 83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3" name="Rectangle 83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4" name="Rectangle 83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5" name="Rectangle 83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6" name="Rectangle 83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7" name="Rectangle 83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8" name="Rectangle 83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9" name="Rectangle 83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0" name="Rectangle 83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1" name="Rectangle 83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2" name="Rectangle 83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1" name="Groupe 807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261" name="Rectangle 82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2" name="Rectangle 82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3" name="Rectangle 82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4" name="Rectangle 82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5" name="Rectangle 82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6" name="Rectangle 82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7" name="Rectangle 82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8" name="Rectangle 82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9" name="Rectangle 82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0" name="Rectangle 82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1" name="Rectangle 82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2" name="Rectangle 82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3" name="Rectangle 82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4" name="Rectangle 82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5" name="Rectangle 82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6" name="Rectangle 82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7" name="Rectangle 82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8" name="Rectangle 82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9" name="Rectangle 82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0" name="Rectangle 82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1" name="Rectangle 82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2" name="Rectangle 82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3" name="Rectangle 82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4" name="Rectangle 82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5" name="Rectangle 82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6" name="Rectangle 82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2" name="Groupe 807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235" name="Rectangle 82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6" name="Rectangle 82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7" name="Rectangle 82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8" name="Rectangle 82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9" name="Rectangle 82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0" name="Rectangle 82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1" name="Rectangle 82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2" name="Rectangle 82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3" name="Rectangle 82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4" name="Rectangle 82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5" name="Rectangle 82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6" name="Rectangle 82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7" name="Rectangle 82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8" name="Rectangle 82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9" name="Rectangle 82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0" name="Rectangle 82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1" name="Rectangle 82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2" name="Rectangle 82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3" name="Rectangle 82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4" name="Rectangle 82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5" name="Rectangle 82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6" name="Rectangle 82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7" name="Rectangle 82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8" name="Rectangle 82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9" name="Rectangle 82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0" name="Rectangle 82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3" name="Groupe 807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209" name="Rectangle 82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0" name="Rectangle 82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1" name="Rectangle 82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2" name="Rectangle 82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3" name="Rectangle 82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4" name="Rectangle 82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5" name="Rectangle 82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6" name="Rectangle 82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7" name="Rectangle 82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8" name="Rectangle 82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9" name="Rectangle 82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0" name="Rectangle 82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1" name="Rectangle 82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2" name="Rectangle 82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3" name="Rectangle 82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4" name="Rectangle 82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5" name="Rectangle 82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6" name="Rectangle 82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7" name="Rectangle 82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8" name="Rectangle 82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9" name="Rectangle 82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0" name="Rectangle 82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1" name="Rectangle 82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2" name="Rectangle 82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3" name="Rectangle 82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4" name="Rectangle 82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4" name="Groupe 807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183" name="Rectangle 81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4" name="Rectangle 81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5" name="Rectangle 81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6" name="Rectangle 81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7" name="Rectangle 81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8" name="Rectangle 81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9" name="Rectangle 81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0" name="Rectangle 81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1" name="Rectangle 81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2" name="Rectangle 81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3" name="Rectangle 81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4" name="Rectangle 81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5" name="Rectangle 81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6" name="Rectangle 81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7" name="Rectangle 81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8" name="Rectangle 81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9" name="Rectangle 81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0" name="Rectangle 81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1" name="Rectangle 82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2" name="Rectangle 82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3" name="Rectangle 82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4" name="Rectangle 82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5" name="Rectangle 82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6" name="Rectangle 82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7" name="Rectangle 82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8" name="Rectangle 82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5" name="Groupe 807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157" name="Rectangle 81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8" name="Rectangle 81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9" name="Rectangle 81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0" name="Rectangle 81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1" name="Rectangle 81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2" name="Rectangle 81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3" name="Rectangle 81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4" name="Rectangle 81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5" name="Rectangle 81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6" name="Rectangle 81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7" name="Rectangle 81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8" name="Rectangle 81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9" name="Rectangle 81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0" name="Rectangle 81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1" name="Rectangle 81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2" name="Rectangle 81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3" name="Rectangle 81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4" name="Rectangle 81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5" name="Rectangle 81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6" name="Rectangle 81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7" name="Rectangle 81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8" name="Rectangle 81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9" name="Rectangle 81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0" name="Rectangle 81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1" name="Rectangle 81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2" name="Rectangle 81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6" name="Groupe 807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131" name="Rectangle 81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2" name="Rectangle 81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3" name="Rectangle 81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4" name="Rectangle 81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5" name="Rectangle 81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6" name="Rectangle 81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7" name="Rectangle 81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8" name="Rectangle 81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9" name="Rectangle 81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0" name="Rectangle 81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1" name="Rectangle 81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2" name="Rectangle 81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3" name="Rectangle 81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4" name="Rectangle 81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5" name="Rectangle 81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6" name="Rectangle 81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7" name="Rectangle 81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8" name="Rectangle 81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9" name="Rectangle 81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0" name="Rectangle 81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1" name="Rectangle 81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2" name="Rectangle 81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3" name="Rectangle 81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4" name="Rectangle 81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5" name="Rectangle 81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6" name="Rectangle 81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7" name="Groupe 807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105" name="Rectangle 81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6" name="Rectangle 81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7" name="Rectangle 81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8" name="Rectangle 81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9" name="Rectangle 81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0" name="Rectangle 81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1" name="Rectangle 81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2" name="Rectangle 81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3" name="Rectangle 81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4" name="Rectangle 81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5" name="Rectangle 81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6" name="Rectangle 81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7" name="Rectangle 81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8" name="Rectangle 81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9" name="Rectangle 81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0" name="Rectangle 81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1" name="Rectangle 81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2" name="Rectangle 81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3" name="Rectangle 81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4" name="Rectangle 81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5" name="Rectangle 81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6" name="Rectangle 81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7" name="Rectangle 81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8" name="Rectangle 81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9" name="Rectangle 81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0" name="Rectangle 81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8" name="Groupe 807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079" name="Rectangle 80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0" name="Rectangle 80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1" name="Rectangle 80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2" name="Rectangle 80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3" name="Rectangle 80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4" name="Rectangle 80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5" name="Rectangle 80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6" name="Rectangle 80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7" name="Rectangle 80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8" name="Rectangle 80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9" name="Rectangle 80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0" name="Rectangle 80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1" name="Rectangle 80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2" name="Rectangle 80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3" name="Rectangle 80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4" name="Rectangle 80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5" name="Rectangle 80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6" name="Rectangle 80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7" name="Rectangle 80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8" name="Rectangle 80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9" name="Rectangle 80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0" name="Rectangle 80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1" name="Rectangle 81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2" name="Rectangle 81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3" name="Rectangle 81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4" name="Rectangle 81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391" name="Groupe 8390"/>
          <p:cNvGrpSpPr/>
          <p:nvPr userDrawn="1"/>
        </p:nvGrpSpPr>
        <p:grpSpPr>
          <a:xfrm>
            <a:off x="778021" y="5671551"/>
            <a:ext cx="10793490" cy="900000"/>
            <a:chOff x="577340" y="118070"/>
            <a:chExt cx="10793490" cy="979831"/>
          </a:xfrm>
        </p:grpSpPr>
        <p:grpSp>
          <p:nvGrpSpPr>
            <p:cNvPr id="8392" name="Groupe 83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690" name="Rectangle 86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1" name="Rectangle 86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2" name="Rectangle 86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3" name="Rectangle 86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4" name="Rectangle 86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5" name="Rectangle 86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6" name="Rectangle 86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7" name="Rectangle 86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8" name="Rectangle 86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9" name="Rectangle 86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0" name="Rectangle 86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1" name="Rectangle 87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2" name="Rectangle 87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3" name="Rectangle 87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4" name="Rectangle 87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5" name="Rectangle 87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6" name="Rectangle 87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7" name="Rectangle 87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8" name="Rectangle 87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9" name="Rectangle 87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0" name="Rectangle 87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1" name="Rectangle 87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2" name="Rectangle 87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3" name="Rectangle 87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4" name="Rectangle 87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5" name="Rectangle 87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3" name="Groupe 83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664" name="Rectangle 86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5" name="Rectangle 86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6" name="Rectangle 86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7" name="Rectangle 86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8" name="Rectangle 86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9" name="Rectangle 86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0" name="Rectangle 86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1" name="Rectangle 86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2" name="Rectangle 86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3" name="Rectangle 86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4" name="Rectangle 86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5" name="Rectangle 86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6" name="Rectangle 86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7" name="Rectangle 86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8" name="Rectangle 86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9" name="Rectangle 86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0" name="Rectangle 86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1" name="Rectangle 86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2" name="Rectangle 86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3" name="Rectangle 86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4" name="Rectangle 86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5" name="Rectangle 86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6" name="Rectangle 86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7" name="Rectangle 86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8" name="Rectangle 86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9" name="Rectangle 86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4" name="Groupe 83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638" name="Rectangle 86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9" name="Rectangle 86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0" name="Rectangle 86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1" name="Rectangle 86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2" name="Rectangle 86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3" name="Rectangle 86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4" name="Rectangle 86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5" name="Rectangle 86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6" name="Rectangle 86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7" name="Rectangle 86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8" name="Rectangle 86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9" name="Rectangle 86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0" name="Rectangle 86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1" name="Rectangle 86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2" name="Rectangle 86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3" name="Rectangle 86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4" name="Rectangle 86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5" name="Rectangle 86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6" name="Rectangle 86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7" name="Rectangle 86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8" name="Rectangle 86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9" name="Rectangle 86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0" name="Rectangle 86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1" name="Rectangle 86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2" name="Rectangle 86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3" name="Rectangle 86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5" name="Groupe 83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612" name="Rectangle 86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3" name="Rectangle 86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4" name="Rectangle 86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5" name="Rectangle 86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6" name="Rectangle 86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7" name="Rectangle 86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8" name="Rectangle 86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9" name="Rectangle 86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0" name="Rectangle 86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1" name="Rectangle 86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2" name="Rectangle 86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3" name="Rectangle 86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4" name="Rectangle 86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5" name="Rectangle 86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6" name="Rectangle 86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7" name="Rectangle 86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8" name="Rectangle 86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9" name="Rectangle 86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0" name="Rectangle 86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1" name="Rectangle 86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2" name="Rectangle 86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3" name="Rectangle 86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4" name="Rectangle 86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5" name="Rectangle 86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6" name="Rectangle 86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7" name="Rectangle 86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6" name="Groupe 83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586" name="Rectangle 85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7" name="Rectangle 85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8" name="Rectangle 85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9" name="Rectangle 85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0" name="Rectangle 85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1" name="Rectangle 85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2" name="Rectangle 85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3" name="Rectangle 85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4" name="Rectangle 85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5" name="Rectangle 85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6" name="Rectangle 85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7" name="Rectangle 85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8" name="Rectangle 85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9" name="Rectangle 85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0" name="Rectangle 85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1" name="Rectangle 86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2" name="Rectangle 86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3" name="Rectangle 86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4" name="Rectangle 86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5" name="Rectangle 86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6" name="Rectangle 86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7" name="Rectangle 86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8" name="Rectangle 86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9" name="Rectangle 86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0" name="Rectangle 86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1" name="Rectangle 86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7" name="Groupe 83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560" name="Rectangle 85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1" name="Rectangle 85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2" name="Rectangle 85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3" name="Rectangle 85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4" name="Rectangle 85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5" name="Rectangle 85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6" name="Rectangle 85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7" name="Rectangle 85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8" name="Rectangle 85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9" name="Rectangle 85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0" name="Rectangle 85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1" name="Rectangle 85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2" name="Rectangle 85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3" name="Rectangle 85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4" name="Rectangle 85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5" name="Rectangle 85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6" name="Rectangle 85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7" name="Rectangle 85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8" name="Rectangle 85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9" name="Rectangle 85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0" name="Rectangle 85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1" name="Rectangle 85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2" name="Rectangle 85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3" name="Rectangle 85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4" name="Rectangle 85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5" name="Rectangle 85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8" name="Groupe 83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534" name="Rectangle 85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5" name="Rectangle 85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6" name="Rectangle 85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7" name="Rectangle 85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8" name="Rectangle 85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9" name="Rectangle 85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0" name="Rectangle 85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1" name="Rectangle 85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2" name="Rectangle 85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3" name="Rectangle 85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4" name="Rectangle 85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5" name="Rectangle 85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6" name="Rectangle 85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7" name="Rectangle 85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8" name="Rectangle 85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9" name="Rectangle 85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0" name="Rectangle 85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1" name="Rectangle 85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2" name="Rectangle 85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3" name="Rectangle 85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4" name="Rectangle 85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5" name="Rectangle 85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6" name="Rectangle 85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7" name="Rectangle 85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8" name="Rectangle 85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9" name="Rectangle 85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9" name="Groupe 83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508" name="Rectangle 85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9" name="Rectangle 85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0" name="Rectangle 85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1" name="Rectangle 85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2" name="Rectangle 85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3" name="Rectangle 85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4" name="Rectangle 85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5" name="Rectangle 85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6" name="Rectangle 85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7" name="Rectangle 85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8" name="Rectangle 85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9" name="Rectangle 85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0" name="Rectangle 85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1" name="Rectangle 85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2" name="Rectangle 85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3" name="Rectangle 85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4" name="Rectangle 85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5" name="Rectangle 85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6" name="Rectangle 85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7" name="Rectangle 85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8" name="Rectangle 85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9" name="Rectangle 85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0" name="Rectangle 85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1" name="Rectangle 85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2" name="Rectangle 85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3" name="Rectangle 85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0" name="Groupe 83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482" name="Rectangle 84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3" name="Rectangle 84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4" name="Rectangle 84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5" name="Rectangle 84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6" name="Rectangle 84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7" name="Rectangle 84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8" name="Rectangle 84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9" name="Rectangle 84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0" name="Rectangle 84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1" name="Rectangle 84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2" name="Rectangle 84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3" name="Rectangle 84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4" name="Rectangle 84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5" name="Rectangle 84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6" name="Rectangle 84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7" name="Rectangle 84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8" name="Rectangle 84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9" name="Rectangle 84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0" name="Rectangle 84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1" name="Rectangle 85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2" name="Rectangle 85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3" name="Rectangle 85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4" name="Rectangle 85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5" name="Rectangle 85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6" name="Rectangle 85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7" name="Rectangle 85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1" name="Groupe 84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456" name="Rectangle 84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7" name="Rectangle 84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8" name="Rectangle 84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9" name="Rectangle 84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0" name="Rectangle 84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1" name="Rectangle 84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2" name="Rectangle 84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3" name="Rectangle 84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4" name="Rectangle 84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5" name="Rectangle 84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6" name="Rectangle 84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7" name="Rectangle 84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8" name="Rectangle 84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9" name="Rectangle 84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0" name="Rectangle 84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1" name="Rectangle 84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2" name="Rectangle 84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3" name="Rectangle 84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4" name="Rectangle 84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5" name="Rectangle 84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6" name="Rectangle 84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7" name="Rectangle 84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8" name="Rectangle 84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9" name="Rectangle 84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0" name="Rectangle 84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1" name="Rectangle 84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2" name="Groupe 84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430" name="Rectangle 84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1" name="Rectangle 84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2" name="Rectangle 84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3" name="Rectangle 84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4" name="Rectangle 84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5" name="Rectangle 84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6" name="Rectangle 84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7" name="Rectangle 84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8" name="Rectangle 84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9" name="Rectangle 84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0" name="Rectangle 84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1" name="Rectangle 84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2" name="Rectangle 84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3" name="Rectangle 84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4" name="Rectangle 84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5" name="Rectangle 84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6" name="Rectangle 84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7" name="Rectangle 84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8" name="Rectangle 84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9" name="Rectangle 84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0" name="Rectangle 84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1" name="Rectangle 84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2" name="Rectangle 84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3" name="Rectangle 84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4" name="Rectangle 84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5" name="Rectangle 84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3" name="Groupe 84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404" name="Rectangle 84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5" name="Rectangle 84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6" name="Rectangle 84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7" name="Rectangle 84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8" name="Rectangle 84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9" name="Rectangle 84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0" name="Rectangle 84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1" name="Rectangle 84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2" name="Rectangle 84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3" name="Rectangle 84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4" name="Rectangle 84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5" name="Rectangle 84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6" name="Rectangle 84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7" name="Rectangle 84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8" name="Rectangle 84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9" name="Rectangle 84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0" name="Rectangle 84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1" name="Rectangle 84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2" name="Rectangle 84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3" name="Rectangle 84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4" name="Rectangle 84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5" name="Rectangle 84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6" name="Rectangle 84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7" name="Rectangle 84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8" name="Rectangle 84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9" name="Rectangle 84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sp>
        <p:nvSpPr>
          <p:cNvPr id="7" name="Rectangle 6"/>
          <p:cNvSpPr/>
          <p:nvPr userDrawn="1"/>
        </p:nvSpPr>
        <p:spPr>
          <a:xfrm>
            <a:off x="7970520" y="5146766"/>
            <a:ext cx="3594463" cy="1421673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716" name="Rectangle 8715"/>
          <p:cNvSpPr/>
          <p:nvPr userDrawn="1"/>
        </p:nvSpPr>
        <p:spPr>
          <a:xfrm>
            <a:off x="782320" y="294640"/>
            <a:ext cx="10782663" cy="6273799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7455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E693-BCF4-48D7-A2B0-56FD0A71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6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4D9E-B983-4CE3-936E-209BE046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6F4C-A6EA-4F24-9E4F-B6ABCA76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25158-B9AF-49CA-9DE0-F889047A6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5310-27A2-465A-AF54-1214D1C6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176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B80387-6204-02CB-8272-82F311815CFE}"/>
              </a:ext>
            </a:extLst>
          </p:cNvPr>
          <p:cNvSpPr/>
          <p:nvPr userDrawn="1"/>
        </p:nvSpPr>
        <p:spPr>
          <a:xfrm>
            <a:off x="0" y="-27432"/>
            <a:ext cx="5006898" cy="6721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F47A5-8138-4329-B170-D7C28B3F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352" y="433486"/>
            <a:ext cx="605139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4BF7F-BB80-4F7B-A52D-68EA93A70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2351" y="3429000"/>
            <a:ext cx="6051393" cy="255001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8446B-E14D-42AC-AAF0-7B9558AB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9950-B733-4ACC-8A2E-7B3D9C3E1375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CDE79-9FE1-436F-A021-6A1EA843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3E64-3475-428D-8926-CDDF8C36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417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F646-A9FB-4A93-8A9B-46DFBD97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4751-BA14-45E8-BCED-91E7AF87E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258A8-CC33-437B-8DCF-27B419AFA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46D14-D529-4E54-9E51-16AE703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6B62-8D56-4B60-80AA-0809324CF4C8}" type="datetime1">
              <a:rPr lang="fr-CH" smtClean="0"/>
              <a:t>24.11.2025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4E879-7EF1-4667-B24D-6D591C30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0638-B95A-4907-9548-42F7288C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352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A655-9569-4DC1-90B1-EA5F4DFF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99532-B16E-4262-93AB-DA9591C5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0E7BC-1050-43D6-AD7F-9DA4614A3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90C07-1B6F-47EA-B185-9B87385C6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E861E-D731-44D6-99C1-0C29D4D8D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0E5516-B71D-4777-BD7E-34367A193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E4A1-8973-4E31-912A-AE7B9002F71C}" type="datetime1">
              <a:rPr lang="fr-CH" smtClean="0"/>
              <a:t>24.11.2025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42FC4-7CCA-4987-B401-0D3E9EFB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DA39A-2D00-49C3-9E0D-81ADACA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088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6FFE-96D9-4B34-AEC1-E6E432A5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8A47B-348E-4902-A87A-5EAEB9AE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360E-15A7-4124-8C47-0E1CAA663EE5}" type="datetime1">
              <a:rPr lang="fr-CH" smtClean="0"/>
              <a:t>24.11.2025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8803C-BEDB-4D78-950D-026F72A3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95347-B981-4BE4-8FD5-E37C83D9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1725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B548C2-6056-48FA-CA0F-1E89E3CC61AB}"/>
              </a:ext>
            </a:extLst>
          </p:cNvPr>
          <p:cNvSpPr/>
          <p:nvPr userDrawn="1"/>
        </p:nvSpPr>
        <p:spPr>
          <a:xfrm>
            <a:off x="1985847" y="769434"/>
            <a:ext cx="8220307" cy="5263376"/>
          </a:xfrm>
          <a:prstGeom prst="rect">
            <a:avLst/>
          </a:prstGeom>
          <a:solidFill>
            <a:srgbClr val="B567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7751" y="0"/>
            <a:ext cx="2743200" cy="365125"/>
          </a:xfrm>
        </p:spPr>
        <p:txBody>
          <a:bodyPr/>
          <a:lstStyle/>
          <a:p>
            <a:fld id="{56521061-0D93-4B81-83F1-CB9B8348BCE1}" type="datetime1">
              <a:rPr lang="fr-CH" smtClean="0"/>
              <a:t>24.11.2025</a:t>
            </a:fld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8BDA6-52D9-C1EB-6227-61C9369D9049}"/>
              </a:ext>
            </a:extLst>
          </p:cNvPr>
          <p:cNvSpPr/>
          <p:nvPr userDrawn="1"/>
        </p:nvSpPr>
        <p:spPr>
          <a:xfrm>
            <a:off x="1546303" y="1067649"/>
            <a:ext cx="9099395" cy="1115122"/>
          </a:xfrm>
          <a:prstGeom prst="rect">
            <a:avLst/>
          </a:prstGeom>
          <a:solidFill>
            <a:srgbClr val="D3BC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CH" sz="5600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aytona Light" panose="020B0604020202020204" pitchFamily="34" charset="0"/>
                <a:cs typeface="Helvetica" panose="020B0604020202020204" pitchFamily="34" charset="0"/>
              </a:rPr>
              <a:t>LE PROBLÈME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21C8FD-113E-8BFB-A142-B44E3B292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29138" y="2297150"/>
            <a:ext cx="8196788" cy="3409563"/>
          </a:xfr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C1E8FF-F703-137A-1F3B-552D8AD97F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6356350"/>
            <a:ext cx="4441825" cy="365125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230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C1A-D182-42A9-B8B5-3B898D32CB50}" type="datetime1">
              <a:rPr lang="fr-CH" smtClean="0"/>
              <a:t>24.11.2025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1DFA6-2D7D-48AB-895A-E117810E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257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EF89-D126-4FE9-A85E-FC417B63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461E-3D4A-4F92-997C-9E6D7D88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1EF0B-176D-4351-A2A2-7CB8BACC1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9F0C0-4F88-4D64-93D1-95E1C15F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C7AB-CC60-49A6-B32D-7EF99A202370}" type="datetime1">
              <a:rPr lang="fr-CH" smtClean="0"/>
              <a:t>24.11.2025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75FB2-C8B7-48DC-BFAA-0D39A3DE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D880-A5FE-415B-8EA9-FD08E178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1517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9679-CF50-46BE-8BDB-C7E61C30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55319-8DC7-45B1-900D-E649D1B00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3FDFC-1E7F-4BE6-BCAF-A729CD625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519E-41CD-4F53-9DD3-A6AC86BB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B6F17-CB18-4F9A-8BBB-A8E031E4D57C}" type="datetime1">
              <a:rPr lang="fr-CH" smtClean="0"/>
              <a:t>24.11.2025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66A08-2B1A-43DF-ADB1-1DF388F1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59EA7-AD92-4B24-88FA-6D02A7DE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4564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ABC7-1652-4289-8CE3-657D09F8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5BAA7-152F-420A-9931-8814A3938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94CC-EF76-402A-AF0B-12E65284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30C0C-7588-4082-B618-69188074804F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9E598-A738-40DC-9C3D-74413241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8E74F-AF89-4196-BA57-A56C3FBA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1446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77B9C-2A56-40C4-B057-6B40CD9E2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C535A-CD0B-49C4-AB77-3104BF76B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1BACA-1163-4819-987F-037DDC49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6012-C93A-4CA8-B3EA-E261566241B5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EBA2-F6BE-4147-A731-8805FB37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3B0E-5F75-49E1-A6FD-DDE0093C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2430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5F7FA">
                <a:alpha val="89804"/>
              </a:srgbClr>
            </a:gs>
            <a:gs pos="100000">
              <a:srgbClr val="F5F7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09ED7-AE38-4460-A0D6-A9B7118A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219C7-FBDA-4B2A-B02F-17797A3D9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55C9-6EAC-4EDB-A742-619ED6F9E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356E8D19-C006-4054-B5E5-6DC5889B944F}" type="datetime1">
              <a:rPr lang="fr-CH" smtClean="0"/>
              <a:pPr/>
              <a:t>24.11.2025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EB6B0-18DC-4318-94C8-083DCC617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7902-F4A4-4E29-84B2-EE8B4E9C2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1052F75B-C0EB-567D-73FC-C1B262D76770}"/>
              </a:ext>
            </a:extLst>
          </p:cNvPr>
          <p:cNvSpPr/>
          <p:nvPr userDrawn="1"/>
        </p:nvSpPr>
        <p:spPr>
          <a:xfrm>
            <a:off x="0" y="6702552"/>
            <a:ext cx="12192000" cy="292608"/>
          </a:xfrm>
          <a:prstGeom prst="rect">
            <a:avLst/>
          </a:prstGeom>
          <a:solidFill>
            <a:schemeClr val="tx1">
              <a:alpha val="3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3F0A1181-D7E7-B3DC-C56C-188A43C4CD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580786" y="2902192"/>
            <a:ext cx="1903346" cy="459519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56A3F54-2B1D-63AD-E103-C28D42FEFD09}"/>
              </a:ext>
            </a:extLst>
          </p:cNvPr>
          <p:cNvCxnSpPr>
            <a:cxnSpLocks/>
          </p:cNvCxnSpPr>
          <p:nvPr userDrawn="1"/>
        </p:nvCxnSpPr>
        <p:spPr>
          <a:xfrm flipH="1">
            <a:off x="713361" y="365125"/>
            <a:ext cx="5195" cy="6249989"/>
          </a:xfrm>
          <a:prstGeom prst="line">
            <a:avLst/>
          </a:prstGeom>
          <a:ln w="19050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2428D2-BBF5-61C6-C54D-89D900B9B794}"/>
              </a:ext>
            </a:extLst>
          </p:cNvPr>
          <p:cNvSpPr txBox="1"/>
          <p:nvPr userDrawn="1"/>
        </p:nvSpPr>
        <p:spPr>
          <a:xfrm rot="16200000">
            <a:off x="-421424" y="704741"/>
            <a:ext cx="1771434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CH" sz="3600">
                <a:solidFill>
                  <a:schemeClr val="accent2">
                    <a:lumMod val="75000"/>
                  </a:schemeClr>
                </a:solidFill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661822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600" b="1" kern="1200">
          <a:solidFill>
            <a:srgbClr val="004595"/>
          </a:solidFill>
          <a:effectLst/>
          <a:latin typeface="Century Gothic" panose="020B0502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err="1">
                <a:solidFill>
                  <a:srgbClr val="004595"/>
                </a:solidFill>
              </a:rPr>
              <a:t>Owasp</a:t>
            </a:r>
            <a:r>
              <a:rPr lang="fr-CH">
                <a:solidFill>
                  <a:srgbClr val="004595"/>
                </a:solidFill>
              </a:rPr>
              <a:t> </a:t>
            </a:r>
            <a:r>
              <a:rPr lang="fr-CH" err="1">
                <a:solidFill>
                  <a:srgbClr val="004595"/>
                </a:solidFill>
              </a:rPr>
              <a:t>JuiceShop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B057434-1C64-9CF1-4125-1A3A4D1C0B2E}"/>
              </a:ext>
            </a:extLst>
          </p:cNvPr>
          <p:cNvSpPr/>
          <p:nvPr/>
        </p:nvSpPr>
        <p:spPr>
          <a:xfrm>
            <a:off x="0" y="6705600"/>
            <a:ext cx="18197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435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 la fin de la session, vous serez capables de :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Comprendre par des exemples réels les failles potentielles d’une application web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54E822BA-75A1-4CF0-16F1-8499C441775F}"/>
              </a:ext>
            </a:extLst>
          </p:cNvPr>
          <p:cNvSpPr/>
          <p:nvPr/>
        </p:nvSpPr>
        <p:spPr>
          <a:xfrm>
            <a:off x="0" y="6705600"/>
            <a:ext cx="54591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8574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Outils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 sz="3600" err="1"/>
              <a:t>Owasp</a:t>
            </a:r>
            <a:r>
              <a:rPr lang="fr-CH" sz="3600"/>
              <a:t> </a:t>
            </a:r>
            <a:r>
              <a:rPr lang="fr-CH" sz="3600" err="1"/>
              <a:t>JuiceShop</a:t>
            </a:r>
            <a:endParaRPr lang="fr-CH" sz="3600"/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latin typeface="Century Gothic" panose="020B0502020202020204" pitchFamily="34" charset="0"/>
              </a:rPr>
              <a:t>Site développé par OWASP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Comprend de nombreuses failles de sécurité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Outil pédagogique pour comprendre concrètement les failles de sécurité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A0603B42-F47A-EC33-1A4F-CFB57A176C17}"/>
              </a:ext>
            </a:extLst>
          </p:cNvPr>
          <p:cNvSpPr/>
          <p:nvPr/>
        </p:nvSpPr>
        <p:spPr>
          <a:xfrm>
            <a:off x="0" y="6705600"/>
            <a:ext cx="72788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62745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sz="6000" err="1"/>
              <a:t>Owasp</a:t>
            </a:r>
            <a:r>
              <a:rPr lang="fr-CH" sz="6000"/>
              <a:t> </a:t>
            </a:r>
            <a:r>
              <a:rPr lang="fr-CH" sz="6000" err="1"/>
              <a:t>JuiceShop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>
                <a:effectLst/>
                <a:latin typeface="Century Gothic" panose="020B0502020202020204" pitchFamily="34" charset="0"/>
              </a:rPr>
              <a:t>Les failles de sécurité sont expliquées au travers de différents challenges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Difficulté de 1 à 5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Challenges en mode guidé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Notifications d’aide pour réaliser le challenge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A0603B42-F47A-EC33-1A4F-CFB57A176C17}"/>
              </a:ext>
            </a:extLst>
          </p:cNvPr>
          <p:cNvSpPr/>
          <p:nvPr/>
        </p:nvSpPr>
        <p:spPr>
          <a:xfrm>
            <a:off x="0" y="6721474"/>
            <a:ext cx="769545" cy="136525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4694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b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Premier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fr-CH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Découvrir la page cachée du tableau des score</a:t>
            </a:r>
          </a:p>
          <a:p>
            <a:endParaRPr lang="fr-CH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B057434-1C64-9CF1-4125-1A3A4D1C0B2E}"/>
              </a:ext>
            </a:extLst>
          </p:cNvPr>
          <p:cNvSpPr/>
          <p:nvPr/>
        </p:nvSpPr>
        <p:spPr>
          <a:xfrm>
            <a:off x="0" y="6735778"/>
            <a:ext cx="1013988" cy="122222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85228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C1738-D30F-A3E9-26CB-52BEC6E93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D5FE0-268C-C48C-515A-FC073A1F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Rappel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C3155-EBEA-0D25-CBA8-53A6FE937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>
                <a:effectLst/>
                <a:latin typeface="Century Gothic" panose="020B0502020202020204" pitchFamily="34" charset="0"/>
              </a:rPr>
              <a:t>HTTP</a:t>
            </a:r>
          </a:p>
          <a:p>
            <a:pPr lvl="1"/>
            <a:r>
              <a:rPr lang="fr-CH" dirty="0">
                <a:effectLst/>
                <a:latin typeface="Century Gothic" panose="020B0502020202020204" pitchFamily="34" charset="0"/>
              </a:rPr>
              <a:t>Requête</a:t>
            </a:r>
          </a:p>
          <a:p>
            <a:pPr lvl="2"/>
            <a:r>
              <a:rPr lang="fr-CH" dirty="0">
                <a:effectLst/>
                <a:latin typeface="Century Gothic" panose="020B0502020202020204" pitchFamily="34" charset="0"/>
              </a:rPr>
              <a:t>GET/POST/PUT $Ressource HTTP/1.1 (texte)</a:t>
            </a:r>
          </a:p>
          <a:p>
            <a:pPr lvl="2"/>
            <a:r>
              <a:rPr lang="fr-CH" dirty="0">
                <a:effectLst/>
                <a:latin typeface="Century Gothic" panose="020B0502020202020204" pitchFamily="34" charset="0"/>
              </a:rPr>
              <a:t>Entête (texte)</a:t>
            </a:r>
          </a:p>
          <a:p>
            <a:pPr lvl="2"/>
            <a:r>
              <a:rPr lang="fr-CH" dirty="0">
                <a:effectLst/>
                <a:latin typeface="Century Gothic" panose="020B0502020202020204" pitchFamily="34" charset="0"/>
              </a:rPr>
              <a:t>Corps (texte / bytes)</a:t>
            </a:r>
          </a:p>
          <a:p>
            <a:pPr lvl="1"/>
            <a:r>
              <a:rPr lang="fr-CH" dirty="0">
                <a:effectLst/>
                <a:latin typeface="Century Gothic" panose="020B0502020202020204" pitchFamily="34" charset="0"/>
              </a:rPr>
              <a:t>Réponse</a:t>
            </a:r>
          </a:p>
          <a:p>
            <a:pPr lvl="2"/>
            <a:r>
              <a:rPr lang="fr-CH" dirty="0">
                <a:effectLst/>
                <a:latin typeface="Century Gothic" panose="020B0502020202020204" pitchFamily="34" charset="0"/>
              </a:rPr>
              <a:t>HTTP/1.1 200 OK (texte)</a:t>
            </a:r>
          </a:p>
          <a:p>
            <a:pPr lvl="2"/>
            <a:r>
              <a:rPr lang="fr-CH" dirty="0">
                <a:effectLst/>
                <a:latin typeface="Century Gothic" panose="020B0502020202020204" pitchFamily="34" charset="0"/>
              </a:rPr>
              <a:t>Entête (texte)</a:t>
            </a:r>
          </a:p>
          <a:p>
            <a:pPr lvl="2"/>
            <a:r>
              <a:rPr lang="fr-CH" dirty="0">
                <a:effectLst/>
                <a:latin typeface="Century Gothic" panose="020B0502020202020204" pitchFamily="34" charset="0"/>
              </a:rPr>
              <a:t>Corps (texte / bytes)</a:t>
            </a: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HTML VS JavaScript</a:t>
            </a: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Cookie, Storage local, …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7104A-EADD-31E2-7BE8-13BEF075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F7972FA-1C35-DE6D-B1C9-FB120848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5E7DD8C2-E15E-54B3-33AA-A1D94629043B}"/>
              </a:ext>
            </a:extLst>
          </p:cNvPr>
          <p:cNvSpPr/>
          <p:nvPr/>
        </p:nvSpPr>
        <p:spPr>
          <a:xfrm>
            <a:off x="0" y="6721475"/>
            <a:ext cx="1566249" cy="136524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1153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Aide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>
                <a:effectLst/>
                <a:latin typeface="Century Gothic" panose="020B0502020202020204" pitchFamily="34" charset="0"/>
              </a:rPr>
              <a:t>Traduire le site en français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La traduction n’est pas parfaite</a:t>
            </a:r>
          </a:p>
          <a:p>
            <a:pPr marL="457200" lvl="1" indent="0">
              <a:buNone/>
            </a:pPr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latin typeface="Century Gothic" panose="020B0502020202020204" pitchFamily="34" charset="0"/>
              </a:rPr>
              <a:t>Dans le menu en haut à gauche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« Aide pour commencer »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A0603B42-F47A-EC33-1A4F-CFB57A176C17}"/>
              </a:ext>
            </a:extLst>
          </p:cNvPr>
          <p:cNvSpPr/>
          <p:nvPr/>
        </p:nvSpPr>
        <p:spPr>
          <a:xfrm>
            <a:off x="0" y="6721475"/>
            <a:ext cx="2435381" cy="136524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9322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>
                <a:effectLst/>
                <a:latin typeface="Century Gothic" panose="020B0502020202020204" pitchFamily="34" charset="0"/>
              </a:rPr>
              <a:t>Outils développeurs ou F12</a:t>
            </a: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Fichiers sources</a:t>
            </a:r>
          </a:p>
          <a:p>
            <a:pPr marL="914400" lvl="2" indent="0">
              <a:buNone/>
            </a:pPr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http://localhost:3000/#/score-board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A0603B42-F47A-EC33-1A4F-CFB57A176C17}"/>
              </a:ext>
            </a:extLst>
          </p:cNvPr>
          <p:cNvSpPr/>
          <p:nvPr/>
        </p:nvSpPr>
        <p:spPr>
          <a:xfrm>
            <a:off x="0" y="6721474"/>
            <a:ext cx="2616451" cy="136525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7415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2ème</a:t>
            </a:r>
            <a:r>
              <a:rPr lang="fr-CH" b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fr-CH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DOM XSS</a:t>
            </a:r>
          </a:p>
          <a:p>
            <a:endParaRPr lang="fr-CH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B057434-1C64-9CF1-4125-1A3A4D1C0B2E}"/>
              </a:ext>
            </a:extLst>
          </p:cNvPr>
          <p:cNvSpPr/>
          <p:nvPr/>
        </p:nvSpPr>
        <p:spPr>
          <a:xfrm>
            <a:off x="-1" y="6735778"/>
            <a:ext cx="3838669" cy="122222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2035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H">
                <a:effectLst/>
                <a:latin typeface="Century Gothic" panose="020B0502020202020204" pitchFamily="34" charset="0"/>
              </a:rPr>
              <a:t>Dans la barre de recherche :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</a:rPr>
              <a:t>&lt;h1&gt;hello world&lt;/h1&gt;&lt;</a:t>
            </a:r>
            <a:r>
              <a:rPr lang="fr-CH" err="1">
                <a:effectLst/>
              </a:rPr>
              <a:t>ul</a:t>
            </a:r>
            <a:r>
              <a:rPr lang="fr-CH">
                <a:effectLst/>
              </a:rPr>
              <a:t>&gt;&lt;li&gt;test&lt;/li&gt;&lt;/</a:t>
            </a:r>
            <a:r>
              <a:rPr lang="fr-CH" err="1">
                <a:effectLst/>
              </a:rPr>
              <a:t>ul</a:t>
            </a:r>
            <a:r>
              <a:rPr lang="fr-CH">
                <a:effectLst/>
              </a:rPr>
              <a:t>&gt;</a:t>
            </a:r>
          </a:p>
          <a:p>
            <a:r>
              <a:rPr lang="fr-CH">
                <a:effectLst/>
              </a:rPr>
              <a:t>&lt;</a:t>
            </a:r>
            <a:r>
              <a:rPr lang="fr-CH" err="1">
                <a:effectLst/>
              </a:rPr>
              <a:t>iframe</a:t>
            </a:r>
            <a:r>
              <a:rPr lang="fr-CH">
                <a:effectLst/>
              </a:rPr>
              <a:t> src="</a:t>
            </a:r>
            <a:r>
              <a:rPr lang="fr-CH" err="1">
                <a:effectLst/>
              </a:rPr>
              <a:t>javascript:alert</a:t>
            </a:r>
            <a:r>
              <a:rPr lang="fr-CH">
                <a:effectLst/>
              </a:rPr>
              <a:t>(`</a:t>
            </a:r>
            <a:r>
              <a:rPr lang="fr-CH" err="1">
                <a:effectLst/>
              </a:rPr>
              <a:t>xss</a:t>
            </a:r>
            <a:r>
              <a:rPr lang="fr-CH">
                <a:effectLst/>
              </a:rPr>
              <a:t>`)"&gt;</a:t>
            </a:r>
            <a:endParaRPr lang="fr-CH">
              <a:effectLst/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10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A0603B42-F47A-EC33-1A4F-CFB57A176C17}"/>
              </a:ext>
            </a:extLst>
          </p:cNvPr>
          <p:cNvSpPr/>
          <p:nvPr/>
        </p:nvSpPr>
        <p:spPr>
          <a:xfrm>
            <a:off x="0" y="6721474"/>
            <a:ext cx="5794218" cy="136525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10329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b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Challenge Bonus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fr-CH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Bonus </a:t>
            </a:r>
            <a:r>
              <a:rPr lang="fr-CH" err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Payload</a:t>
            </a:r>
            <a:endParaRPr lang="fr-CH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fr-CH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B057434-1C64-9CF1-4125-1A3A4D1C0B2E}"/>
              </a:ext>
            </a:extLst>
          </p:cNvPr>
          <p:cNvSpPr/>
          <p:nvPr/>
        </p:nvSpPr>
        <p:spPr>
          <a:xfrm>
            <a:off x="0" y="6726724"/>
            <a:ext cx="7985156" cy="131275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35010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3ème</a:t>
            </a:r>
            <a:r>
              <a:rPr lang="fr-CH" b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fr-CH" err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Confidential</a:t>
            </a:r>
            <a:r>
              <a:rPr lang="fr-CH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Document</a:t>
            </a:r>
          </a:p>
          <a:p>
            <a:endParaRPr lang="fr-CH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B057434-1C64-9CF1-4125-1A3A4D1C0B2E}"/>
              </a:ext>
            </a:extLst>
          </p:cNvPr>
          <p:cNvSpPr/>
          <p:nvPr/>
        </p:nvSpPr>
        <p:spPr>
          <a:xfrm>
            <a:off x="0" y="6663350"/>
            <a:ext cx="8627952" cy="19465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651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>
                <a:effectLst/>
                <a:latin typeface="Century Gothic" panose="020B0502020202020204" pitchFamily="34" charset="0"/>
              </a:rPr>
              <a:t>Se rendre dans la page « A propos de nous »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Cliquer sur le lien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« Lisez nos CGU ennuyantes si vous êtes intéressé par ce genre de trucs. »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Dans l’URL, supprimer « Legal.md »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latin typeface="Century Gothic" panose="020B0502020202020204" pitchFamily="34" charset="0"/>
              </a:rPr>
              <a:t>Trouver le document confidentiel</a:t>
            </a:r>
          </a:p>
          <a:p>
            <a:pPr marL="0" indent="0">
              <a:buNone/>
            </a:pPr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A0603B42-F47A-EC33-1A4F-CFB57A176C17}"/>
              </a:ext>
            </a:extLst>
          </p:cNvPr>
          <p:cNvSpPr/>
          <p:nvPr/>
        </p:nvSpPr>
        <p:spPr>
          <a:xfrm>
            <a:off x="0" y="6721474"/>
            <a:ext cx="9868277" cy="136525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9503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4ème</a:t>
            </a:r>
            <a:r>
              <a:rPr lang="fr-CH" b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fr-CH" err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Error</a:t>
            </a:r>
            <a:r>
              <a:rPr lang="fr-CH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Handling</a:t>
            </a:r>
          </a:p>
          <a:p>
            <a:r>
              <a:rPr lang="fr-CH">
                <a:solidFill>
                  <a:srgbClr val="004595"/>
                </a:solidFill>
              </a:rPr>
              <a:t>Gestion des erreurs</a:t>
            </a:r>
            <a:endParaRPr lang="fr-CH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fr-CH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B057434-1C64-9CF1-4125-1A3A4D1C0B2E}"/>
              </a:ext>
            </a:extLst>
          </p:cNvPr>
          <p:cNvSpPr/>
          <p:nvPr/>
        </p:nvSpPr>
        <p:spPr>
          <a:xfrm>
            <a:off x="0" y="6699564"/>
            <a:ext cx="10668000" cy="158436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75821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>
                <a:effectLst/>
                <a:latin typeface="Century Gothic" panose="020B0502020202020204" pitchFamily="34" charset="0"/>
              </a:rPr>
              <a:t>Se rendre sur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http://localhost:3000/rest/qwertz</a:t>
            </a:r>
          </a:p>
          <a:p>
            <a:endParaRPr lang="fr-CH"/>
          </a:p>
          <a:p>
            <a:r>
              <a:rPr lang="fr-CH">
                <a:effectLst/>
                <a:latin typeface="Century Gothic" panose="020B0502020202020204" pitchFamily="34" charset="0"/>
              </a:rPr>
              <a:t>Qu’en déduisez-vous?</a:t>
            </a:r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A0603B42-F47A-EC33-1A4F-CFB57A176C17}"/>
              </a:ext>
            </a:extLst>
          </p:cNvPr>
          <p:cNvSpPr/>
          <p:nvPr/>
        </p:nvSpPr>
        <p:spPr>
          <a:xfrm>
            <a:off x="0" y="6721474"/>
            <a:ext cx="11353800" cy="136525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28557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5ème</a:t>
            </a:r>
            <a:r>
              <a:rPr lang="fr-CH" b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fr-CH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Login Admin</a:t>
            </a:r>
          </a:p>
          <a:p>
            <a:endParaRPr lang="fr-CH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fr-CH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B057434-1C64-9CF1-4125-1A3A4D1C0B2E}"/>
              </a:ext>
            </a:extLst>
          </p:cNvPr>
          <p:cNvSpPr/>
          <p:nvPr/>
        </p:nvSpPr>
        <p:spPr>
          <a:xfrm>
            <a:off x="-1" y="6717670"/>
            <a:ext cx="11606543" cy="140329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68559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>
                <a:effectLst/>
                <a:latin typeface="Century Gothic" panose="020B0502020202020204" pitchFamily="34" charset="0"/>
              </a:rPr>
              <a:t>Identifiez-vous avec 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' or 1=1--</a:t>
            </a:r>
          </a:p>
          <a:p>
            <a:pPr lvl="1"/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latin typeface="Century Gothic" panose="020B0502020202020204" pitchFamily="34" charset="0"/>
              </a:rPr>
              <a:t>Trouver l’adresse de l’admin</a:t>
            </a:r>
          </a:p>
          <a:p>
            <a:pPr lvl="1"/>
            <a:r>
              <a:rPr lang="fr-CH" err="1">
                <a:effectLst/>
                <a:latin typeface="Century Gothic" panose="020B0502020202020204" pitchFamily="34" charset="0"/>
              </a:rPr>
              <a:t>admin@juice-sh.op</a:t>
            </a:r>
            <a:r>
              <a:rPr lang="fr-CH">
                <a:effectLst/>
                <a:latin typeface="Century Gothic" panose="020B0502020202020204" pitchFamily="34" charset="0"/>
              </a:rPr>
              <a:t>'--</a:t>
            </a:r>
          </a:p>
          <a:p>
            <a:pPr lvl="1"/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A0603B42-F47A-EC33-1A4F-CFB57A176C17}"/>
              </a:ext>
            </a:extLst>
          </p:cNvPr>
          <p:cNvSpPr/>
          <p:nvPr/>
        </p:nvSpPr>
        <p:spPr>
          <a:xfrm>
            <a:off x="0" y="6721474"/>
            <a:ext cx="11950574" cy="136525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44566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Challenges suivants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>
                <a:effectLst/>
                <a:latin typeface="Century Gothic" panose="020B0502020202020204" pitchFamily="34" charset="0"/>
              </a:rPr>
              <a:t>3 étoiles</a:t>
            </a:r>
          </a:p>
          <a:p>
            <a:pPr lvl="1"/>
            <a:r>
              <a:rPr lang="fr-CH" err="1">
                <a:effectLst/>
                <a:latin typeface="Century Gothic" panose="020B0502020202020204" pitchFamily="34" charset="0"/>
              </a:rPr>
              <a:t>View</a:t>
            </a:r>
            <a:r>
              <a:rPr lang="fr-CH">
                <a:effectLst/>
                <a:latin typeface="Century Gothic" panose="020B0502020202020204" pitchFamily="34" charset="0"/>
              </a:rPr>
              <a:t> Basket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Login Jim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Login Bender</a:t>
            </a:r>
          </a:p>
          <a:p>
            <a:pPr lvl="1"/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24.11.2025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A0603B42-F47A-EC33-1A4F-CFB57A176C17}"/>
              </a:ext>
            </a:extLst>
          </p:cNvPr>
          <p:cNvSpPr/>
          <p:nvPr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12705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-module-ALL-sujet.potm" id="{0E4AA291-A3BA-417D-9DDD-704EF9C4C7DF}" vid="{88192150-CEE7-4362-8C4B-420880CAD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2CA962D3BC343BA4881942FCA9ABD" ma:contentTypeVersion="13" ma:contentTypeDescription="Crée un document." ma:contentTypeScope="" ma:versionID="69c7e1234aa399a5294368cedfc9727e">
  <xsd:schema xmlns:xsd="http://www.w3.org/2001/XMLSchema" xmlns:xs="http://www.w3.org/2001/XMLSchema" xmlns:p="http://schemas.microsoft.com/office/2006/metadata/properties" xmlns:ns2="eb2b4dc0-5538-4988-a426-1e3bf3687743" xmlns:ns3="26488081-7094-48e3-a435-bbb366c5709a" targetNamespace="http://schemas.microsoft.com/office/2006/metadata/properties" ma:root="true" ma:fieldsID="f55906f2b711226ab16b0d1a2f445893" ns2:_="" ns3:_="">
    <xsd:import namespace="eb2b4dc0-5538-4988-a426-1e3bf3687743"/>
    <xsd:import namespace="26488081-7094-48e3-a435-bbb366c57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b4dc0-5538-4988-a426-1e3bf36877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8081-7094-48e3-a435-bbb366c5709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d2a550-8a6e-4716-a102-3562047d879a}" ma:internalName="TaxCatchAll" ma:showField="CatchAllData" ma:web="26488081-7094-48e3-a435-bbb366c57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2b4dc0-5538-4988-a426-1e3bf3687743">
      <Terms xmlns="http://schemas.microsoft.com/office/infopath/2007/PartnerControls"/>
    </lcf76f155ced4ddcb4097134ff3c332f>
    <TaxCatchAll xmlns="26488081-7094-48e3-a435-bbb366c5709a" xsi:nil="true"/>
  </documentManagement>
</p:properties>
</file>

<file path=customXml/itemProps1.xml><?xml version="1.0" encoding="utf-8"?>
<ds:datastoreItem xmlns:ds="http://schemas.openxmlformats.org/officeDocument/2006/customXml" ds:itemID="{3495818D-B6AD-4CBA-B476-BA0D213A93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b4dc0-5538-4988-a426-1e3bf3687743"/>
    <ds:schemaRef ds:uri="26488081-7094-48e3-a435-bbb366c570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31C3D5-5B46-4E1A-855D-CCA00E784B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D8083C-3C1C-4888-AB7E-D3C6C1B1DE24}">
  <ds:schemaRefs>
    <ds:schemaRef ds:uri="99ffe1f3-7857-457f-add0-5bdef636f38d"/>
    <ds:schemaRef ds:uri="be0d3259-a7ce-4623-88ec-81594dfcbc1c"/>
    <ds:schemaRef ds:uri="bf2f2df3-a963-4452-b0e7-67dabc627c35"/>
    <ds:schemaRef ds:uri="f7d9f5a6-831d-4621-8c77-cbcaf993e40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http://www.w3.org/XML/1998/namespace"/>
    <ds:schemaRef ds:uri="eb2b4dc0-5538-4988-a426-1e3bf3687743"/>
    <ds:schemaRef ds:uri="26488081-7094-48e3-a435-bbb366c5709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S-module-ALL-sujet</Template>
  <TotalTime>13</TotalTime>
  <Words>474</Words>
  <Application>Microsoft Office PowerPoint</Application>
  <PresentationFormat>Grand écran</PresentationFormat>
  <Paragraphs>168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Daytona Light</vt:lpstr>
      <vt:lpstr>Century Gothic</vt:lpstr>
      <vt:lpstr>Helvetica</vt:lpstr>
      <vt:lpstr>Calibri</vt:lpstr>
      <vt:lpstr>Arial</vt:lpstr>
      <vt:lpstr>Office Theme</vt:lpstr>
      <vt:lpstr>Owasp JuiceShop</vt:lpstr>
      <vt:lpstr>Les objectifs</vt:lpstr>
      <vt:lpstr>Outils</vt:lpstr>
      <vt:lpstr>Owasp JuiceShop</vt:lpstr>
      <vt:lpstr>Premier challenge</vt:lpstr>
      <vt:lpstr>Rappel</vt:lpstr>
      <vt:lpstr>Aide</vt:lpstr>
      <vt:lpstr>Solution</vt:lpstr>
      <vt:lpstr>2ème challenge</vt:lpstr>
      <vt:lpstr>Solution</vt:lpstr>
      <vt:lpstr>Challenge Bonus</vt:lpstr>
      <vt:lpstr>3ème challenge</vt:lpstr>
      <vt:lpstr>Solution</vt:lpstr>
      <vt:lpstr>4ème challenge</vt:lpstr>
      <vt:lpstr>Solution</vt:lpstr>
      <vt:lpstr>5ème challenge</vt:lpstr>
      <vt:lpstr>Solution</vt:lpstr>
      <vt:lpstr>Challenges suivants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S-306-GIT</dc:title>
  <dc:creator>Cédric Schaffter</dc:creator>
  <cp:lastModifiedBy>Jonathan Melly</cp:lastModifiedBy>
  <cp:revision>6</cp:revision>
  <dcterms:created xsi:type="dcterms:W3CDTF">2023-07-10T11:31:25Z</dcterms:created>
  <dcterms:modified xsi:type="dcterms:W3CDTF">2025-11-24T10:13:46Z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0x010100BD12CA962D3BC343BA4881942FCA9ABD</vt:lpwstr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